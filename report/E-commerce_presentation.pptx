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745200" cy="10744200"/>
  <p:notesSz cx="18745200" cy="10744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28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05890" y="3330702"/>
            <a:ext cx="15933420" cy="22562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61616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11780" y="6016752"/>
            <a:ext cx="13121640" cy="268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61616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61616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37260" y="2471166"/>
            <a:ext cx="8154162" cy="7091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653778" y="2471166"/>
            <a:ext cx="8154162" cy="7091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61616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228600"/>
            <a:ext cx="18288000" cy="323850"/>
          </a:xfrm>
          <a:custGeom>
            <a:avLst/>
            <a:gdLst/>
            <a:ahLst/>
            <a:cxnLst/>
            <a:rect l="l" t="t" r="r" b="b"/>
            <a:pathLst>
              <a:path w="18288000" h="323850">
                <a:moveTo>
                  <a:pt x="18287998" y="323849"/>
                </a:moveTo>
                <a:lnTo>
                  <a:pt x="0" y="3238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323849"/>
                </a:lnTo>
                <a:close/>
              </a:path>
            </a:pathLst>
          </a:custGeom>
          <a:solidFill>
            <a:srgbClr val="3B3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8587" y="548639"/>
            <a:ext cx="18288000" cy="1222375"/>
          </a:xfrm>
          <a:custGeom>
            <a:avLst/>
            <a:gdLst/>
            <a:ahLst/>
            <a:cxnLst/>
            <a:rect l="l" t="t" r="r" b="b"/>
            <a:pathLst>
              <a:path w="18288000" h="1222375">
                <a:moveTo>
                  <a:pt x="18288000" y="1213485"/>
                </a:moveTo>
                <a:lnTo>
                  <a:pt x="0" y="1213485"/>
                </a:lnTo>
                <a:lnTo>
                  <a:pt x="0" y="1221752"/>
                </a:lnTo>
                <a:lnTo>
                  <a:pt x="18288000" y="1221752"/>
                </a:lnTo>
                <a:lnTo>
                  <a:pt x="18288000" y="1213485"/>
                </a:lnTo>
                <a:close/>
              </a:path>
              <a:path w="18288000" h="1222375">
                <a:moveTo>
                  <a:pt x="18288000" y="0"/>
                </a:moveTo>
                <a:lnTo>
                  <a:pt x="0" y="0"/>
                </a:lnTo>
                <a:lnTo>
                  <a:pt x="0" y="3810"/>
                </a:lnTo>
                <a:lnTo>
                  <a:pt x="18288000" y="381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>
              <a:alpha val="1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8600" y="1762124"/>
            <a:ext cx="18288000" cy="64135"/>
          </a:xfrm>
          <a:custGeom>
            <a:avLst/>
            <a:gdLst/>
            <a:ahLst/>
            <a:cxnLst/>
            <a:rect l="l" t="t" r="r" b="b"/>
            <a:pathLst>
              <a:path w="18288000" h="64135">
                <a:moveTo>
                  <a:pt x="0" y="64135"/>
                </a:moveTo>
                <a:lnTo>
                  <a:pt x="18287999" y="64135"/>
                </a:lnTo>
                <a:lnTo>
                  <a:pt x="18287999" y="0"/>
                </a:lnTo>
                <a:lnTo>
                  <a:pt x="0" y="0"/>
                </a:lnTo>
                <a:lnTo>
                  <a:pt x="0" y="64135"/>
                </a:lnTo>
                <a:close/>
              </a:path>
            </a:pathLst>
          </a:custGeom>
          <a:solidFill>
            <a:srgbClr val="000000">
              <a:alpha val="12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8600" y="552449"/>
            <a:ext cx="18288000" cy="1209675"/>
          </a:xfrm>
          <a:custGeom>
            <a:avLst/>
            <a:gdLst/>
            <a:ahLst/>
            <a:cxnLst/>
            <a:rect l="l" t="t" r="r" b="b"/>
            <a:pathLst>
              <a:path w="18288000" h="1209675">
                <a:moveTo>
                  <a:pt x="18287998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209674"/>
                </a:lnTo>
                <a:close/>
              </a:path>
            </a:pathLst>
          </a:custGeom>
          <a:solidFill>
            <a:srgbClr val="F2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2100" y="1067360"/>
            <a:ext cx="1851659" cy="974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61616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7260" y="2471166"/>
            <a:ext cx="16870680" cy="7091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373368" y="9992106"/>
            <a:ext cx="5998464" cy="53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37260" y="9992106"/>
            <a:ext cx="4311396" cy="53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496545" y="9992106"/>
            <a:ext cx="4311396" cy="53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12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1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600" y="228600"/>
            <a:ext cx="18288000" cy="10287000"/>
            <a:chOff x="228600" y="228600"/>
            <a:chExt cx="18288000" cy="10287000"/>
          </a:xfrm>
        </p:grpSpPr>
        <p:sp>
          <p:nvSpPr>
            <p:cNvPr id="4" name="object 4"/>
            <p:cNvSpPr/>
            <p:nvPr/>
          </p:nvSpPr>
          <p:spPr>
            <a:xfrm>
              <a:off x="228600" y="2286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7998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10286999"/>
                  </a:lnTo>
                  <a:close/>
                </a:path>
              </a:pathLst>
            </a:custGeom>
            <a:solidFill>
              <a:srgbClr val="FAFAFA">
                <a:alpha val="8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8612" y="233362"/>
              <a:ext cx="1638300" cy="2657475"/>
            </a:xfrm>
            <a:custGeom>
              <a:avLst/>
              <a:gdLst/>
              <a:ahLst/>
              <a:cxnLst/>
              <a:rect l="l" t="t" r="r" b="b"/>
              <a:pathLst>
                <a:path w="1638300" h="2657475">
                  <a:moveTo>
                    <a:pt x="1571552" y="2657474"/>
                  </a:moveTo>
                  <a:lnTo>
                    <a:pt x="66746" y="2657474"/>
                  </a:lnTo>
                  <a:lnTo>
                    <a:pt x="62101" y="2657017"/>
                  </a:lnTo>
                  <a:lnTo>
                    <a:pt x="24240" y="2639867"/>
                  </a:lnTo>
                  <a:lnTo>
                    <a:pt x="2287" y="2604574"/>
                  </a:lnTo>
                  <a:lnTo>
                    <a:pt x="0" y="2590727"/>
                  </a:lnTo>
                  <a:lnTo>
                    <a:pt x="0" y="25860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571552" y="0"/>
                  </a:lnTo>
                  <a:lnTo>
                    <a:pt x="1610450" y="14645"/>
                  </a:lnTo>
                  <a:lnTo>
                    <a:pt x="1634656" y="48433"/>
                  </a:lnTo>
                  <a:lnTo>
                    <a:pt x="1638299" y="66746"/>
                  </a:lnTo>
                  <a:lnTo>
                    <a:pt x="1638299" y="2590727"/>
                  </a:lnTo>
                  <a:lnTo>
                    <a:pt x="1623654" y="2629625"/>
                  </a:lnTo>
                  <a:lnTo>
                    <a:pt x="1589866" y="2653831"/>
                  </a:lnTo>
                  <a:lnTo>
                    <a:pt x="1576198" y="2657017"/>
                  </a:lnTo>
                  <a:lnTo>
                    <a:pt x="1571552" y="2657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233362"/>
              <a:ext cx="1638300" cy="2657475"/>
            </a:xfrm>
            <a:custGeom>
              <a:avLst/>
              <a:gdLst/>
              <a:ahLst/>
              <a:cxnLst/>
              <a:rect l="l" t="t" r="r" b="b"/>
              <a:pathLst>
                <a:path w="1638300" h="2657475">
                  <a:moveTo>
                    <a:pt x="0" y="25860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566862" y="0"/>
                  </a:lnTo>
                  <a:lnTo>
                    <a:pt x="1571552" y="0"/>
                  </a:lnTo>
                  <a:lnTo>
                    <a:pt x="1576198" y="457"/>
                  </a:lnTo>
                  <a:lnTo>
                    <a:pt x="1614059" y="17606"/>
                  </a:lnTo>
                  <a:lnTo>
                    <a:pt x="1617376" y="20923"/>
                  </a:lnTo>
                  <a:lnTo>
                    <a:pt x="1620693" y="24240"/>
                  </a:lnTo>
                  <a:lnTo>
                    <a:pt x="1637842" y="62101"/>
                  </a:lnTo>
                  <a:lnTo>
                    <a:pt x="1638299" y="71437"/>
                  </a:lnTo>
                  <a:lnTo>
                    <a:pt x="1638299" y="2586037"/>
                  </a:lnTo>
                  <a:lnTo>
                    <a:pt x="1626260" y="2625725"/>
                  </a:lnTo>
                  <a:lnTo>
                    <a:pt x="1606550" y="2645434"/>
                  </a:lnTo>
                  <a:lnTo>
                    <a:pt x="1602650" y="2648041"/>
                  </a:lnTo>
                  <a:lnTo>
                    <a:pt x="1598533" y="2650241"/>
                  </a:lnTo>
                  <a:lnTo>
                    <a:pt x="1594200" y="2652036"/>
                  </a:lnTo>
                  <a:lnTo>
                    <a:pt x="1589866" y="2653831"/>
                  </a:lnTo>
                  <a:lnTo>
                    <a:pt x="1585399" y="2655187"/>
                  </a:lnTo>
                  <a:lnTo>
                    <a:pt x="1580799" y="2656101"/>
                  </a:lnTo>
                  <a:lnTo>
                    <a:pt x="1576198" y="2657017"/>
                  </a:lnTo>
                  <a:lnTo>
                    <a:pt x="1571552" y="2657474"/>
                  </a:lnTo>
                  <a:lnTo>
                    <a:pt x="1566862" y="2657474"/>
                  </a:lnTo>
                  <a:lnTo>
                    <a:pt x="71437" y="2657474"/>
                  </a:lnTo>
                  <a:lnTo>
                    <a:pt x="66746" y="2657474"/>
                  </a:lnTo>
                  <a:lnTo>
                    <a:pt x="62101" y="2657017"/>
                  </a:lnTo>
                  <a:lnTo>
                    <a:pt x="57500" y="2656101"/>
                  </a:lnTo>
                  <a:lnTo>
                    <a:pt x="52900" y="2655187"/>
                  </a:lnTo>
                  <a:lnTo>
                    <a:pt x="48433" y="2653831"/>
                  </a:lnTo>
                  <a:lnTo>
                    <a:pt x="44099" y="2652036"/>
                  </a:lnTo>
                  <a:lnTo>
                    <a:pt x="39765" y="2650241"/>
                  </a:lnTo>
                  <a:lnTo>
                    <a:pt x="35649" y="2648041"/>
                  </a:lnTo>
                  <a:lnTo>
                    <a:pt x="31748" y="2645434"/>
                  </a:lnTo>
                  <a:lnTo>
                    <a:pt x="27848" y="2642828"/>
                  </a:lnTo>
                  <a:lnTo>
                    <a:pt x="3642" y="2609041"/>
                  </a:lnTo>
                  <a:lnTo>
                    <a:pt x="0" y="2590727"/>
                  </a:lnTo>
                  <a:lnTo>
                    <a:pt x="0" y="258603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5762" y="781049"/>
              <a:ext cx="1200150" cy="1428750"/>
            </a:xfrm>
            <a:custGeom>
              <a:avLst/>
              <a:gdLst/>
              <a:ahLst/>
              <a:cxnLst/>
              <a:rect l="l" t="t" r="r" b="b"/>
              <a:pathLst>
                <a:path w="1200150" h="1428750">
                  <a:moveTo>
                    <a:pt x="120015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0" y="571500"/>
                  </a:lnTo>
                  <a:lnTo>
                    <a:pt x="0" y="857250"/>
                  </a:lnTo>
                  <a:lnTo>
                    <a:pt x="0" y="1143000"/>
                  </a:lnTo>
                  <a:lnTo>
                    <a:pt x="0" y="1428750"/>
                  </a:lnTo>
                  <a:lnTo>
                    <a:pt x="1200150" y="1428750"/>
                  </a:lnTo>
                  <a:lnTo>
                    <a:pt x="1200150" y="1143000"/>
                  </a:lnTo>
                  <a:lnTo>
                    <a:pt x="1200150" y="857250"/>
                  </a:lnTo>
                  <a:lnTo>
                    <a:pt x="1200150" y="571500"/>
                  </a:lnTo>
                  <a:lnTo>
                    <a:pt x="1200150" y="285750"/>
                  </a:lnTo>
                  <a:lnTo>
                    <a:pt x="1200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63550" y="351400"/>
          <a:ext cx="973455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ts val="2210"/>
                        </a:lnSpc>
                      </a:pPr>
                      <a:r>
                        <a:rPr sz="2000" spc="-20" dirty="0">
                          <a:solidFill>
                            <a:srgbClr val="242424"/>
                          </a:solidFill>
                          <a:latin typeface="Tahoma"/>
                          <a:cs typeface="Tahoma"/>
                        </a:rPr>
                        <a:t>Year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3144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50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2019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2020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2021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2022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2023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85762" y="2209799"/>
            <a:ext cx="1200150" cy="514350"/>
          </a:xfrm>
          <a:custGeom>
            <a:avLst/>
            <a:gdLst/>
            <a:ahLst/>
            <a:cxnLst/>
            <a:rect l="l" t="t" r="r" b="b"/>
            <a:pathLst>
              <a:path w="1200150" h="514350">
                <a:moveTo>
                  <a:pt x="1200150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14350"/>
                </a:lnTo>
                <a:lnTo>
                  <a:pt x="1200150" y="514350"/>
                </a:lnTo>
                <a:lnTo>
                  <a:pt x="1200150" y="285750"/>
                </a:lnTo>
                <a:lnTo>
                  <a:pt x="120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2600" y="2511425"/>
            <a:ext cx="9359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1809" algn="l"/>
              </a:tabLst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200" dirty="0">
                <a:solidFill>
                  <a:srgbClr val="242424"/>
                </a:solidFill>
                <a:latin typeface="Verdana"/>
                <a:cs typeface="Verdana"/>
              </a:rPr>
              <a:t>	</a:t>
            </a:r>
            <a:r>
              <a:rPr sz="1500" spc="-20" dirty="0">
                <a:solidFill>
                  <a:srgbClr val="242424"/>
                </a:solidFill>
                <a:latin typeface="Segoe UI"/>
                <a:cs typeface="Segoe UI"/>
              </a:rPr>
              <a:t>2025</a:t>
            </a:r>
            <a:endParaRPr sz="150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33549" y="247649"/>
            <a:ext cx="8972550" cy="2657475"/>
            <a:chOff x="1733549" y="247649"/>
            <a:chExt cx="8972550" cy="2657475"/>
          </a:xfrm>
        </p:grpSpPr>
        <p:sp>
          <p:nvSpPr>
            <p:cNvPr id="12" name="object 12"/>
            <p:cNvSpPr/>
            <p:nvPr/>
          </p:nvSpPr>
          <p:spPr>
            <a:xfrm>
              <a:off x="1733549" y="781049"/>
              <a:ext cx="76200" cy="1828800"/>
            </a:xfrm>
            <a:custGeom>
              <a:avLst/>
              <a:gdLst/>
              <a:ahLst/>
              <a:cxnLst/>
              <a:rect l="l" t="t" r="r" b="b"/>
              <a:pathLst>
                <a:path w="76200" h="1828800">
                  <a:moveTo>
                    <a:pt x="76199" y="1828799"/>
                  </a:moveTo>
                  <a:lnTo>
                    <a:pt x="0" y="1828799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1828799"/>
                  </a:lnTo>
                  <a:close/>
                </a:path>
              </a:pathLst>
            </a:custGeom>
            <a:solidFill>
              <a:srgbClr val="8A8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19800" y="257174"/>
              <a:ext cx="4676775" cy="2638425"/>
            </a:xfrm>
            <a:custGeom>
              <a:avLst/>
              <a:gdLst/>
              <a:ahLst/>
              <a:cxnLst/>
              <a:rect l="l" t="t" r="r" b="b"/>
              <a:pathLst>
                <a:path w="4676775" h="2638425">
                  <a:moveTo>
                    <a:pt x="4600574" y="2638424"/>
                  </a:moveTo>
                  <a:lnTo>
                    <a:pt x="76199" y="2638424"/>
                  </a:lnTo>
                  <a:lnTo>
                    <a:pt x="23812" y="2614612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4600574" y="0"/>
                  </a:lnTo>
                  <a:lnTo>
                    <a:pt x="4628554" y="6548"/>
                  </a:lnTo>
                  <a:lnTo>
                    <a:pt x="4652961" y="23812"/>
                  </a:lnTo>
                  <a:lnTo>
                    <a:pt x="4670226" y="48220"/>
                  </a:lnTo>
                  <a:lnTo>
                    <a:pt x="4676774" y="76199"/>
                  </a:lnTo>
                  <a:lnTo>
                    <a:pt x="4676774" y="2562224"/>
                  </a:lnTo>
                  <a:lnTo>
                    <a:pt x="4670226" y="2590204"/>
                  </a:lnTo>
                  <a:lnTo>
                    <a:pt x="4652962" y="2614612"/>
                  </a:lnTo>
                  <a:lnTo>
                    <a:pt x="4628554" y="2631876"/>
                  </a:lnTo>
                  <a:lnTo>
                    <a:pt x="4600574" y="2638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19800" y="257174"/>
              <a:ext cx="4676775" cy="2638425"/>
            </a:xfrm>
            <a:custGeom>
              <a:avLst/>
              <a:gdLst/>
              <a:ahLst/>
              <a:cxnLst/>
              <a:rect l="l" t="t" r="r" b="b"/>
              <a:pathLst>
                <a:path w="4676775" h="263842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4600574" y="0"/>
                  </a:lnTo>
                  <a:lnTo>
                    <a:pt x="4652962" y="23812"/>
                  </a:lnTo>
                  <a:lnTo>
                    <a:pt x="4676774" y="76199"/>
                  </a:lnTo>
                  <a:lnTo>
                    <a:pt x="4676774" y="2562224"/>
                  </a:lnTo>
                  <a:lnTo>
                    <a:pt x="4670226" y="2590204"/>
                  </a:lnTo>
                  <a:lnTo>
                    <a:pt x="4652961" y="2614612"/>
                  </a:lnTo>
                  <a:lnTo>
                    <a:pt x="4628554" y="2631876"/>
                  </a:lnTo>
                  <a:lnTo>
                    <a:pt x="4600574" y="2638424"/>
                  </a:lnTo>
                  <a:lnTo>
                    <a:pt x="76199" y="2638424"/>
                  </a:lnTo>
                  <a:lnTo>
                    <a:pt x="23812" y="2614612"/>
                  </a:lnTo>
                  <a:lnTo>
                    <a:pt x="0" y="256222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29325" y="266699"/>
              <a:ext cx="4657725" cy="2619375"/>
            </a:xfrm>
            <a:custGeom>
              <a:avLst/>
              <a:gdLst/>
              <a:ahLst/>
              <a:cxnLst/>
              <a:rect l="l" t="t" r="r" b="b"/>
              <a:pathLst>
                <a:path w="4657725" h="2619375">
                  <a:moveTo>
                    <a:pt x="4591049" y="2619374"/>
                  </a:moveTo>
                  <a:lnTo>
                    <a:pt x="66674" y="2619374"/>
                  </a:lnTo>
                  <a:lnTo>
                    <a:pt x="42192" y="2613644"/>
                  </a:lnTo>
                  <a:lnTo>
                    <a:pt x="20835" y="2598538"/>
                  </a:lnTo>
                  <a:lnTo>
                    <a:pt x="5729" y="2577182"/>
                  </a:lnTo>
                  <a:lnTo>
                    <a:pt x="0" y="2552699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4591049" y="0"/>
                  </a:lnTo>
                  <a:lnTo>
                    <a:pt x="4615531" y="5729"/>
                  </a:lnTo>
                  <a:lnTo>
                    <a:pt x="4636888" y="20835"/>
                  </a:lnTo>
                  <a:lnTo>
                    <a:pt x="4651994" y="42192"/>
                  </a:lnTo>
                  <a:lnTo>
                    <a:pt x="4657724" y="66674"/>
                  </a:lnTo>
                  <a:lnTo>
                    <a:pt x="4657724" y="2552699"/>
                  </a:lnTo>
                  <a:lnTo>
                    <a:pt x="4651994" y="2577182"/>
                  </a:lnTo>
                  <a:lnTo>
                    <a:pt x="4636888" y="2598538"/>
                  </a:lnTo>
                  <a:lnTo>
                    <a:pt x="4615531" y="2613644"/>
                  </a:lnTo>
                  <a:lnTo>
                    <a:pt x="4591049" y="2619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pc="-25" dirty="0"/>
              <a:t>Total</a:t>
            </a:r>
            <a:r>
              <a:rPr spc="-140" dirty="0"/>
              <a:t> </a:t>
            </a:r>
            <a:r>
              <a:rPr spc="-10" dirty="0"/>
              <a:t>Orders</a:t>
            </a:r>
          </a:p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3000" b="0" spc="-25" dirty="0">
                <a:solidFill>
                  <a:srgbClr val="E66B37"/>
                </a:solidFill>
                <a:latin typeface="Segoe UI Semibold"/>
                <a:cs typeface="Segoe UI Semibold"/>
              </a:rPr>
              <a:t>1M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696575" y="219074"/>
            <a:ext cx="4038600" cy="2695575"/>
            <a:chOff x="10696575" y="219074"/>
            <a:chExt cx="4038600" cy="2695575"/>
          </a:xfrm>
        </p:grpSpPr>
        <p:sp>
          <p:nvSpPr>
            <p:cNvPr id="18" name="object 18"/>
            <p:cNvSpPr/>
            <p:nvPr/>
          </p:nvSpPr>
          <p:spPr>
            <a:xfrm>
              <a:off x="10706100" y="228599"/>
              <a:ext cx="4019550" cy="2676525"/>
            </a:xfrm>
            <a:custGeom>
              <a:avLst/>
              <a:gdLst/>
              <a:ahLst/>
              <a:cxnLst/>
              <a:rect l="l" t="t" r="r" b="b"/>
              <a:pathLst>
                <a:path w="4019550" h="2676525">
                  <a:moveTo>
                    <a:pt x="3943349" y="2676524"/>
                  </a:moveTo>
                  <a:lnTo>
                    <a:pt x="76199" y="2676524"/>
                  </a:lnTo>
                  <a:lnTo>
                    <a:pt x="23812" y="2652712"/>
                  </a:lnTo>
                  <a:lnTo>
                    <a:pt x="0" y="260032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943349" y="0"/>
                  </a:lnTo>
                  <a:lnTo>
                    <a:pt x="3971329" y="6548"/>
                  </a:lnTo>
                  <a:lnTo>
                    <a:pt x="3995736" y="23812"/>
                  </a:lnTo>
                  <a:lnTo>
                    <a:pt x="4013001" y="48220"/>
                  </a:lnTo>
                  <a:lnTo>
                    <a:pt x="4019549" y="76199"/>
                  </a:lnTo>
                  <a:lnTo>
                    <a:pt x="4019549" y="2600324"/>
                  </a:lnTo>
                  <a:lnTo>
                    <a:pt x="4013001" y="2628304"/>
                  </a:lnTo>
                  <a:lnTo>
                    <a:pt x="3995737" y="2652712"/>
                  </a:lnTo>
                  <a:lnTo>
                    <a:pt x="3971329" y="2669976"/>
                  </a:lnTo>
                  <a:lnTo>
                    <a:pt x="3943349" y="2676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706100" y="228599"/>
              <a:ext cx="4019550" cy="2676525"/>
            </a:xfrm>
            <a:custGeom>
              <a:avLst/>
              <a:gdLst/>
              <a:ahLst/>
              <a:cxnLst/>
              <a:rect l="l" t="t" r="r" b="b"/>
              <a:pathLst>
                <a:path w="4019550" h="267652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943349" y="0"/>
                  </a:lnTo>
                  <a:lnTo>
                    <a:pt x="3995737" y="23812"/>
                  </a:lnTo>
                  <a:lnTo>
                    <a:pt x="4019549" y="76199"/>
                  </a:lnTo>
                  <a:lnTo>
                    <a:pt x="4019549" y="2600324"/>
                  </a:lnTo>
                  <a:lnTo>
                    <a:pt x="4013001" y="2628304"/>
                  </a:lnTo>
                  <a:lnTo>
                    <a:pt x="3995737" y="2652712"/>
                  </a:lnTo>
                  <a:lnTo>
                    <a:pt x="3971329" y="2669976"/>
                  </a:lnTo>
                  <a:lnTo>
                    <a:pt x="3943349" y="2676524"/>
                  </a:lnTo>
                  <a:lnTo>
                    <a:pt x="76199" y="2676524"/>
                  </a:lnTo>
                  <a:lnTo>
                    <a:pt x="23812" y="2652712"/>
                  </a:lnTo>
                  <a:lnTo>
                    <a:pt x="0" y="260032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715625" y="238124"/>
              <a:ext cx="4000500" cy="2657475"/>
            </a:xfrm>
            <a:custGeom>
              <a:avLst/>
              <a:gdLst/>
              <a:ahLst/>
              <a:cxnLst/>
              <a:rect l="l" t="t" r="r" b="b"/>
              <a:pathLst>
                <a:path w="4000500" h="2657475">
                  <a:moveTo>
                    <a:pt x="3933824" y="2657474"/>
                  </a:moveTo>
                  <a:lnTo>
                    <a:pt x="66674" y="2657474"/>
                  </a:lnTo>
                  <a:lnTo>
                    <a:pt x="42192" y="2651744"/>
                  </a:lnTo>
                  <a:lnTo>
                    <a:pt x="20835" y="2636638"/>
                  </a:lnTo>
                  <a:lnTo>
                    <a:pt x="5729" y="2615282"/>
                  </a:lnTo>
                  <a:lnTo>
                    <a:pt x="0" y="2590799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3933824" y="0"/>
                  </a:lnTo>
                  <a:lnTo>
                    <a:pt x="3958306" y="5729"/>
                  </a:lnTo>
                  <a:lnTo>
                    <a:pt x="3979663" y="20835"/>
                  </a:lnTo>
                  <a:lnTo>
                    <a:pt x="3994769" y="42192"/>
                  </a:lnTo>
                  <a:lnTo>
                    <a:pt x="4000499" y="66674"/>
                  </a:lnTo>
                  <a:lnTo>
                    <a:pt x="4000499" y="2590799"/>
                  </a:lnTo>
                  <a:lnTo>
                    <a:pt x="3994769" y="2615282"/>
                  </a:lnTo>
                  <a:lnTo>
                    <a:pt x="3979663" y="2636638"/>
                  </a:lnTo>
                  <a:lnTo>
                    <a:pt x="3958306" y="2651744"/>
                  </a:lnTo>
                  <a:lnTo>
                    <a:pt x="3933824" y="2657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056664" y="1057835"/>
            <a:ext cx="1337945" cy="9747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2500" b="1" spc="-25" dirty="0">
                <a:solidFill>
                  <a:srgbClr val="616161"/>
                </a:solidFill>
                <a:latin typeface="Segoe UI"/>
                <a:cs typeface="Segoe UI"/>
              </a:rPr>
              <a:t>AOV</a:t>
            </a:r>
            <a:endParaRPr sz="25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3000" spc="-10" dirty="0">
                <a:solidFill>
                  <a:srgbClr val="E66B37"/>
                </a:solidFill>
                <a:latin typeface="Segoe UI Semibold"/>
                <a:cs typeface="Segoe UI Semibold"/>
              </a:rPr>
              <a:t>$983.14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716123" y="219074"/>
            <a:ext cx="3810000" cy="2676525"/>
            <a:chOff x="14716123" y="219074"/>
            <a:chExt cx="3810000" cy="2676525"/>
          </a:xfrm>
        </p:grpSpPr>
        <p:sp>
          <p:nvSpPr>
            <p:cNvPr id="23" name="object 23"/>
            <p:cNvSpPr/>
            <p:nvPr/>
          </p:nvSpPr>
          <p:spPr>
            <a:xfrm>
              <a:off x="14725648" y="228599"/>
              <a:ext cx="3790950" cy="2657475"/>
            </a:xfrm>
            <a:custGeom>
              <a:avLst/>
              <a:gdLst/>
              <a:ahLst/>
              <a:cxnLst/>
              <a:rect l="l" t="t" r="r" b="b"/>
              <a:pathLst>
                <a:path w="3790950" h="2657475">
                  <a:moveTo>
                    <a:pt x="3714749" y="2657474"/>
                  </a:moveTo>
                  <a:lnTo>
                    <a:pt x="76199" y="2657474"/>
                  </a:lnTo>
                  <a:lnTo>
                    <a:pt x="23812" y="2633662"/>
                  </a:lnTo>
                  <a:lnTo>
                    <a:pt x="0" y="258127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714749" y="0"/>
                  </a:lnTo>
                  <a:lnTo>
                    <a:pt x="3742728" y="6548"/>
                  </a:lnTo>
                  <a:lnTo>
                    <a:pt x="3767136" y="23812"/>
                  </a:lnTo>
                  <a:lnTo>
                    <a:pt x="3784401" y="48220"/>
                  </a:lnTo>
                  <a:lnTo>
                    <a:pt x="3790949" y="76199"/>
                  </a:lnTo>
                  <a:lnTo>
                    <a:pt x="3790949" y="2581274"/>
                  </a:lnTo>
                  <a:lnTo>
                    <a:pt x="3784401" y="2609254"/>
                  </a:lnTo>
                  <a:lnTo>
                    <a:pt x="3767137" y="2633662"/>
                  </a:lnTo>
                  <a:lnTo>
                    <a:pt x="3742729" y="2650926"/>
                  </a:lnTo>
                  <a:lnTo>
                    <a:pt x="3714749" y="2657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725648" y="228599"/>
              <a:ext cx="3790950" cy="2657475"/>
            </a:xfrm>
            <a:custGeom>
              <a:avLst/>
              <a:gdLst/>
              <a:ahLst/>
              <a:cxnLst/>
              <a:rect l="l" t="t" r="r" b="b"/>
              <a:pathLst>
                <a:path w="3790950" h="265747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714749" y="0"/>
                  </a:lnTo>
                  <a:lnTo>
                    <a:pt x="3767137" y="23812"/>
                  </a:lnTo>
                  <a:lnTo>
                    <a:pt x="3790949" y="76199"/>
                  </a:lnTo>
                  <a:lnTo>
                    <a:pt x="3790949" y="2581274"/>
                  </a:lnTo>
                  <a:lnTo>
                    <a:pt x="3784401" y="2609254"/>
                  </a:lnTo>
                  <a:lnTo>
                    <a:pt x="3767136" y="2633662"/>
                  </a:lnTo>
                  <a:lnTo>
                    <a:pt x="3742728" y="2650926"/>
                  </a:lnTo>
                  <a:lnTo>
                    <a:pt x="3714749" y="2657474"/>
                  </a:lnTo>
                  <a:lnTo>
                    <a:pt x="76199" y="2657474"/>
                  </a:lnTo>
                  <a:lnTo>
                    <a:pt x="23812" y="2633662"/>
                  </a:lnTo>
                  <a:lnTo>
                    <a:pt x="0" y="258127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735173" y="238124"/>
              <a:ext cx="3771900" cy="2638425"/>
            </a:xfrm>
            <a:custGeom>
              <a:avLst/>
              <a:gdLst/>
              <a:ahLst/>
              <a:cxnLst/>
              <a:rect l="l" t="t" r="r" b="b"/>
              <a:pathLst>
                <a:path w="3771900" h="2638425">
                  <a:moveTo>
                    <a:pt x="3705224" y="2638424"/>
                  </a:moveTo>
                  <a:lnTo>
                    <a:pt x="66674" y="2638424"/>
                  </a:lnTo>
                  <a:lnTo>
                    <a:pt x="42192" y="2632694"/>
                  </a:lnTo>
                  <a:lnTo>
                    <a:pt x="20835" y="2617588"/>
                  </a:lnTo>
                  <a:lnTo>
                    <a:pt x="5729" y="2596232"/>
                  </a:lnTo>
                  <a:lnTo>
                    <a:pt x="0" y="2571749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3705224" y="0"/>
                  </a:lnTo>
                  <a:lnTo>
                    <a:pt x="3729706" y="5729"/>
                  </a:lnTo>
                  <a:lnTo>
                    <a:pt x="3751063" y="20835"/>
                  </a:lnTo>
                  <a:lnTo>
                    <a:pt x="3766169" y="42192"/>
                  </a:lnTo>
                  <a:lnTo>
                    <a:pt x="3771899" y="66674"/>
                  </a:lnTo>
                  <a:lnTo>
                    <a:pt x="3771899" y="2571749"/>
                  </a:lnTo>
                  <a:lnTo>
                    <a:pt x="3766169" y="2596232"/>
                  </a:lnTo>
                  <a:lnTo>
                    <a:pt x="3751063" y="2617588"/>
                  </a:lnTo>
                  <a:lnTo>
                    <a:pt x="3729706" y="2632694"/>
                  </a:lnTo>
                  <a:lnTo>
                    <a:pt x="3705224" y="2638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574218" y="1064345"/>
            <a:ext cx="2113280" cy="94869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2300" b="1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2300" b="1" spc="-15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2300" b="1" spc="-45" dirty="0">
                <a:solidFill>
                  <a:srgbClr val="616161"/>
                </a:solidFill>
                <a:latin typeface="Segoe UI"/>
                <a:cs typeface="Segoe UI"/>
              </a:rPr>
              <a:t>YoY</a:t>
            </a:r>
            <a:r>
              <a:rPr sz="2300" b="1" spc="-114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2300" b="1" spc="-50" dirty="0">
                <a:solidFill>
                  <a:srgbClr val="616161"/>
                </a:solidFill>
                <a:latin typeface="Segoe UI"/>
                <a:cs typeface="Segoe UI"/>
              </a:rPr>
              <a:t>%</a:t>
            </a:r>
            <a:endParaRPr sz="23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3000" spc="-10" dirty="0">
                <a:solidFill>
                  <a:srgbClr val="E66B37"/>
                </a:solidFill>
                <a:latin typeface="Segoe UI Semibold"/>
                <a:cs typeface="Segoe UI Semibold"/>
              </a:rPr>
              <a:t>39.54%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62149" y="247649"/>
            <a:ext cx="4067175" cy="2686050"/>
            <a:chOff x="1962149" y="247649"/>
            <a:chExt cx="4067175" cy="2686050"/>
          </a:xfrm>
        </p:grpSpPr>
        <p:sp>
          <p:nvSpPr>
            <p:cNvPr id="28" name="object 28"/>
            <p:cNvSpPr/>
            <p:nvPr/>
          </p:nvSpPr>
          <p:spPr>
            <a:xfrm>
              <a:off x="1971674" y="257174"/>
              <a:ext cx="4048125" cy="2667000"/>
            </a:xfrm>
            <a:custGeom>
              <a:avLst/>
              <a:gdLst/>
              <a:ahLst/>
              <a:cxnLst/>
              <a:rect l="l" t="t" r="r" b="b"/>
              <a:pathLst>
                <a:path w="4048125" h="2667000">
                  <a:moveTo>
                    <a:pt x="3971924" y="2666999"/>
                  </a:moveTo>
                  <a:lnTo>
                    <a:pt x="76199" y="2666999"/>
                  </a:lnTo>
                  <a:lnTo>
                    <a:pt x="23812" y="2643187"/>
                  </a:lnTo>
                  <a:lnTo>
                    <a:pt x="0" y="259079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971924" y="0"/>
                  </a:lnTo>
                  <a:lnTo>
                    <a:pt x="3999904" y="6548"/>
                  </a:lnTo>
                  <a:lnTo>
                    <a:pt x="4024312" y="23812"/>
                  </a:lnTo>
                  <a:lnTo>
                    <a:pt x="4041576" y="48220"/>
                  </a:lnTo>
                  <a:lnTo>
                    <a:pt x="4048124" y="76199"/>
                  </a:lnTo>
                  <a:lnTo>
                    <a:pt x="4048124" y="2590799"/>
                  </a:lnTo>
                  <a:lnTo>
                    <a:pt x="4041576" y="2618779"/>
                  </a:lnTo>
                  <a:lnTo>
                    <a:pt x="4024312" y="2643187"/>
                  </a:lnTo>
                  <a:lnTo>
                    <a:pt x="3999904" y="2660451"/>
                  </a:lnTo>
                  <a:lnTo>
                    <a:pt x="3971924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71674" y="257174"/>
              <a:ext cx="4048125" cy="2667000"/>
            </a:xfrm>
            <a:custGeom>
              <a:avLst/>
              <a:gdLst/>
              <a:ahLst/>
              <a:cxnLst/>
              <a:rect l="l" t="t" r="r" b="b"/>
              <a:pathLst>
                <a:path w="4048125" h="2667000">
                  <a:moveTo>
                    <a:pt x="0" y="76199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971924" y="0"/>
                  </a:lnTo>
                  <a:lnTo>
                    <a:pt x="4024312" y="23812"/>
                  </a:lnTo>
                  <a:lnTo>
                    <a:pt x="4048124" y="76199"/>
                  </a:lnTo>
                  <a:lnTo>
                    <a:pt x="4048124" y="2590799"/>
                  </a:lnTo>
                  <a:lnTo>
                    <a:pt x="4041576" y="2618779"/>
                  </a:lnTo>
                  <a:lnTo>
                    <a:pt x="4024312" y="2643187"/>
                  </a:lnTo>
                  <a:lnTo>
                    <a:pt x="3999904" y="2660451"/>
                  </a:lnTo>
                  <a:lnTo>
                    <a:pt x="3971924" y="2666999"/>
                  </a:lnTo>
                  <a:lnTo>
                    <a:pt x="76199" y="2666999"/>
                  </a:lnTo>
                  <a:lnTo>
                    <a:pt x="48220" y="2660451"/>
                  </a:lnTo>
                  <a:lnTo>
                    <a:pt x="23812" y="2643187"/>
                  </a:lnTo>
                  <a:lnTo>
                    <a:pt x="6548" y="2618779"/>
                  </a:lnTo>
                  <a:lnTo>
                    <a:pt x="0" y="2590799"/>
                  </a:lnTo>
                  <a:lnTo>
                    <a:pt x="0" y="76199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81199" y="266699"/>
              <a:ext cx="4029075" cy="2647950"/>
            </a:xfrm>
            <a:custGeom>
              <a:avLst/>
              <a:gdLst/>
              <a:ahLst/>
              <a:cxnLst/>
              <a:rect l="l" t="t" r="r" b="b"/>
              <a:pathLst>
                <a:path w="4029075" h="2647950">
                  <a:moveTo>
                    <a:pt x="3962399" y="2647949"/>
                  </a:moveTo>
                  <a:lnTo>
                    <a:pt x="66674" y="2647949"/>
                  </a:lnTo>
                  <a:lnTo>
                    <a:pt x="42192" y="2642219"/>
                  </a:lnTo>
                  <a:lnTo>
                    <a:pt x="20835" y="2627113"/>
                  </a:lnTo>
                  <a:lnTo>
                    <a:pt x="5729" y="2605757"/>
                  </a:lnTo>
                  <a:lnTo>
                    <a:pt x="0" y="2581274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3962399" y="0"/>
                  </a:lnTo>
                  <a:lnTo>
                    <a:pt x="3986881" y="5729"/>
                  </a:lnTo>
                  <a:lnTo>
                    <a:pt x="4008238" y="20835"/>
                  </a:lnTo>
                  <a:lnTo>
                    <a:pt x="4023344" y="42192"/>
                  </a:lnTo>
                  <a:lnTo>
                    <a:pt x="4029074" y="66674"/>
                  </a:lnTo>
                  <a:lnTo>
                    <a:pt x="4029074" y="2581274"/>
                  </a:lnTo>
                  <a:lnTo>
                    <a:pt x="4023344" y="2605757"/>
                  </a:lnTo>
                  <a:lnTo>
                    <a:pt x="4008238" y="2627113"/>
                  </a:lnTo>
                  <a:lnTo>
                    <a:pt x="3986881" y="2642219"/>
                  </a:lnTo>
                  <a:lnTo>
                    <a:pt x="3962399" y="2647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946747" y="1086410"/>
            <a:ext cx="2117090" cy="9747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2500" b="1" spc="-25" dirty="0">
                <a:solidFill>
                  <a:srgbClr val="616161"/>
                </a:solidFill>
                <a:latin typeface="Segoe UI"/>
                <a:cs typeface="Segoe UI"/>
              </a:rPr>
              <a:t>Total</a:t>
            </a:r>
            <a:r>
              <a:rPr sz="2500" b="1" spc="-1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2500" b="1" spc="-1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endParaRPr sz="25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3000" spc="-10" dirty="0">
                <a:solidFill>
                  <a:srgbClr val="E66B37"/>
                </a:solidFill>
                <a:latin typeface="Segoe UI Semibold"/>
                <a:cs typeface="Segoe UI Semibold"/>
              </a:rPr>
              <a:t>$983.14M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23849" y="3000374"/>
            <a:ext cx="18192750" cy="4695825"/>
            <a:chOff x="323849" y="3000374"/>
            <a:chExt cx="18192750" cy="4695825"/>
          </a:xfrm>
        </p:grpSpPr>
        <p:sp>
          <p:nvSpPr>
            <p:cNvPr id="33" name="object 33"/>
            <p:cNvSpPr/>
            <p:nvPr/>
          </p:nvSpPr>
          <p:spPr>
            <a:xfrm>
              <a:off x="328612" y="3005137"/>
              <a:ext cx="18183225" cy="4686300"/>
            </a:xfrm>
            <a:custGeom>
              <a:avLst/>
              <a:gdLst/>
              <a:ahLst/>
              <a:cxnLst/>
              <a:rect l="l" t="t" r="r" b="b"/>
              <a:pathLst>
                <a:path w="18183225" h="4686300">
                  <a:moveTo>
                    <a:pt x="18116475" y="4686299"/>
                  </a:moveTo>
                  <a:lnTo>
                    <a:pt x="66746" y="4686299"/>
                  </a:lnTo>
                  <a:lnTo>
                    <a:pt x="62101" y="4685842"/>
                  </a:lnTo>
                  <a:lnTo>
                    <a:pt x="24240" y="4668692"/>
                  </a:lnTo>
                  <a:lnTo>
                    <a:pt x="2287" y="4633399"/>
                  </a:lnTo>
                  <a:lnTo>
                    <a:pt x="0" y="4619552"/>
                  </a:lnTo>
                  <a:lnTo>
                    <a:pt x="0" y="46148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8116475" y="0"/>
                  </a:lnTo>
                  <a:lnTo>
                    <a:pt x="18155372" y="14645"/>
                  </a:lnTo>
                  <a:lnTo>
                    <a:pt x="18179578" y="48433"/>
                  </a:lnTo>
                  <a:lnTo>
                    <a:pt x="18183223" y="66746"/>
                  </a:lnTo>
                  <a:lnTo>
                    <a:pt x="18183223" y="4619552"/>
                  </a:lnTo>
                  <a:lnTo>
                    <a:pt x="18168576" y="4658450"/>
                  </a:lnTo>
                  <a:lnTo>
                    <a:pt x="18134787" y="4682656"/>
                  </a:lnTo>
                  <a:lnTo>
                    <a:pt x="18121120" y="4685842"/>
                  </a:lnTo>
                  <a:lnTo>
                    <a:pt x="18116475" y="4686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8612" y="3005137"/>
              <a:ext cx="18183225" cy="4686300"/>
            </a:xfrm>
            <a:custGeom>
              <a:avLst/>
              <a:gdLst/>
              <a:ahLst/>
              <a:cxnLst/>
              <a:rect l="l" t="t" r="r" b="b"/>
              <a:pathLst>
                <a:path w="18183225" h="4686300">
                  <a:moveTo>
                    <a:pt x="0" y="4614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8111786" y="0"/>
                  </a:lnTo>
                  <a:lnTo>
                    <a:pt x="18116475" y="0"/>
                  </a:lnTo>
                  <a:lnTo>
                    <a:pt x="18121120" y="457"/>
                  </a:lnTo>
                  <a:lnTo>
                    <a:pt x="18158980" y="17606"/>
                  </a:lnTo>
                  <a:lnTo>
                    <a:pt x="18171182" y="31748"/>
                  </a:lnTo>
                  <a:lnTo>
                    <a:pt x="18173788" y="35649"/>
                  </a:lnTo>
                  <a:lnTo>
                    <a:pt x="18175988" y="39765"/>
                  </a:lnTo>
                  <a:lnTo>
                    <a:pt x="18177782" y="44099"/>
                  </a:lnTo>
                  <a:lnTo>
                    <a:pt x="18179578" y="48433"/>
                  </a:lnTo>
                  <a:lnTo>
                    <a:pt x="18180933" y="52900"/>
                  </a:lnTo>
                  <a:lnTo>
                    <a:pt x="18181850" y="57500"/>
                  </a:lnTo>
                  <a:lnTo>
                    <a:pt x="18182765" y="62101"/>
                  </a:lnTo>
                  <a:lnTo>
                    <a:pt x="18183223" y="66746"/>
                  </a:lnTo>
                  <a:lnTo>
                    <a:pt x="18183223" y="71437"/>
                  </a:lnTo>
                  <a:lnTo>
                    <a:pt x="18183223" y="4614862"/>
                  </a:lnTo>
                  <a:lnTo>
                    <a:pt x="18183223" y="4619552"/>
                  </a:lnTo>
                  <a:lnTo>
                    <a:pt x="18182765" y="4624198"/>
                  </a:lnTo>
                  <a:lnTo>
                    <a:pt x="18171182" y="4654550"/>
                  </a:lnTo>
                  <a:lnTo>
                    <a:pt x="18168576" y="4658450"/>
                  </a:lnTo>
                  <a:lnTo>
                    <a:pt x="18151471" y="4674259"/>
                  </a:lnTo>
                  <a:lnTo>
                    <a:pt x="18147571" y="4676865"/>
                  </a:lnTo>
                  <a:lnTo>
                    <a:pt x="18125721" y="4684926"/>
                  </a:lnTo>
                  <a:lnTo>
                    <a:pt x="18121120" y="4685842"/>
                  </a:lnTo>
                  <a:lnTo>
                    <a:pt x="18116475" y="4686299"/>
                  </a:lnTo>
                  <a:lnTo>
                    <a:pt x="18111786" y="4686299"/>
                  </a:lnTo>
                  <a:lnTo>
                    <a:pt x="71437" y="4686299"/>
                  </a:lnTo>
                  <a:lnTo>
                    <a:pt x="66746" y="4686299"/>
                  </a:lnTo>
                  <a:lnTo>
                    <a:pt x="62101" y="4685842"/>
                  </a:lnTo>
                  <a:lnTo>
                    <a:pt x="57500" y="4684926"/>
                  </a:lnTo>
                  <a:lnTo>
                    <a:pt x="52900" y="4684011"/>
                  </a:lnTo>
                  <a:lnTo>
                    <a:pt x="17606" y="4662058"/>
                  </a:lnTo>
                  <a:lnTo>
                    <a:pt x="457" y="4624198"/>
                  </a:lnTo>
                  <a:lnTo>
                    <a:pt x="0" y="4619552"/>
                  </a:lnTo>
                  <a:lnTo>
                    <a:pt x="0" y="4614862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377783" y="3086163"/>
            <a:ext cx="21037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solidFill>
                  <a:srgbClr val="242424"/>
                </a:solidFill>
                <a:latin typeface="Tahoma"/>
                <a:cs typeface="Tahoma"/>
              </a:rPr>
              <a:t>Total 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42424"/>
                </a:solidFill>
                <a:latin typeface="Tahoma"/>
                <a:cs typeface="Tahoma"/>
              </a:rPr>
              <a:t>Trend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19162" y="3886200"/>
            <a:ext cx="17316450" cy="3394075"/>
            <a:chOff x="919162" y="3886200"/>
            <a:chExt cx="17316450" cy="3394075"/>
          </a:xfrm>
        </p:grpSpPr>
        <p:sp>
          <p:nvSpPr>
            <p:cNvPr id="37" name="object 37"/>
            <p:cNvSpPr/>
            <p:nvPr/>
          </p:nvSpPr>
          <p:spPr>
            <a:xfrm>
              <a:off x="923925" y="7275512"/>
              <a:ext cx="17306925" cy="0"/>
            </a:xfrm>
            <a:custGeom>
              <a:avLst/>
              <a:gdLst/>
              <a:ahLst/>
              <a:cxnLst/>
              <a:rect l="l" t="t" r="r" b="b"/>
              <a:pathLst>
                <a:path w="17306925">
                  <a:moveTo>
                    <a:pt x="0" y="0"/>
                  </a:moveTo>
                  <a:lnTo>
                    <a:pt x="1730692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23925" y="6792004"/>
              <a:ext cx="17306925" cy="0"/>
            </a:xfrm>
            <a:custGeom>
              <a:avLst/>
              <a:gdLst/>
              <a:ahLst/>
              <a:cxnLst/>
              <a:rect l="l" t="t" r="r" b="b"/>
              <a:pathLst>
                <a:path w="17306925">
                  <a:moveTo>
                    <a:pt x="0" y="0"/>
                  </a:moveTo>
                  <a:lnTo>
                    <a:pt x="1730692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23925" y="6308498"/>
              <a:ext cx="17306925" cy="0"/>
            </a:xfrm>
            <a:custGeom>
              <a:avLst/>
              <a:gdLst/>
              <a:ahLst/>
              <a:cxnLst/>
              <a:rect l="l" t="t" r="r" b="b"/>
              <a:pathLst>
                <a:path w="17306925">
                  <a:moveTo>
                    <a:pt x="0" y="0"/>
                  </a:moveTo>
                  <a:lnTo>
                    <a:pt x="1730692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23925" y="5824990"/>
              <a:ext cx="17306925" cy="0"/>
            </a:xfrm>
            <a:custGeom>
              <a:avLst/>
              <a:gdLst/>
              <a:ahLst/>
              <a:cxnLst/>
              <a:rect l="l" t="t" r="r" b="b"/>
              <a:pathLst>
                <a:path w="17306925">
                  <a:moveTo>
                    <a:pt x="0" y="0"/>
                  </a:moveTo>
                  <a:lnTo>
                    <a:pt x="1730692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23925" y="5341483"/>
              <a:ext cx="17306925" cy="0"/>
            </a:xfrm>
            <a:custGeom>
              <a:avLst/>
              <a:gdLst/>
              <a:ahLst/>
              <a:cxnLst/>
              <a:rect l="l" t="t" r="r" b="b"/>
              <a:pathLst>
                <a:path w="17306925">
                  <a:moveTo>
                    <a:pt x="0" y="0"/>
                  </a:moveTo>
                  <a:lnTo>
                    <a:pt x="1730692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23925" y="4857976"/>
              <a:ext cx="17306925" cy="0"/>
            </a:xfrm>
            <a:custGeom>
              <a:avLst/>
              <a:gdLst/>
              <a:ahLst/>
              <a:cxnLst/>
              <a:rect l="l" t="t" r="r" b="b"/>
              <a:pathLst>
                <a:path w="17306925">
                  <a:moveTo>
                    <a:pt x="0" y="0"/>
                  </a:moveTo>
                  <a:lnTo>
                    <a:pt x="1730692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23925" y="4374469"/>
              <a:ext cx="17306925" cy="0"/>
            </a:xfrm>
            <a:custGeom>
              <a:avLst/>
              <a:gdLst/>
              <a:ahLst/>
              <a:cxnLst/>
              <a:rect l="l" t="t" r="r" b="b"/>
              <a:pathLst>
                <a:path w="17306925">
                  <a:moveTo>
                    <a:pt x="0" y="0"/>
                  </a:moveTo>
                  <a:lnTo>
                    <a:pt x="1730692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23925" y="3890962"/>
              <a:ext cx="17306925" cy="0"/>
            </a:xfrm>
            <a:custGeom>
              <a:avLst/>
              <a:gdLst/>
              <a:ahLst/>
              <a:cxnLst/>
              <a:rect l="l" t="t" r="r" b="b"/>
              <a:pathLst>
                <a:path w="17306925">
                  <a:moveTo>
                    <a:pt x="0" y="0"/>
                  </a:moveTo>
                  <a:lnTo>
                    <a:pt x="1730692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52400" y="7172176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$0M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80516" y="6688668"/>
            <a:ext cx="3613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$10M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0516" y="6205161"/>
            <a:ext cx="3613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$20M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80516" y="5721654"/>
            <a:ext cx="3613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$30M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0516" y="5238147"/>
            <a:ext cx="3613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$40M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0516" y="4754640"/>
            <a:ext cx="3613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$50M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0516" y="4271133"/>
            <a:ext cx="3613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$60M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3075" y="3416300"/>
            <a:ext cx="1521460" cy="55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Total</a:t>
            </a:r>
            <a:r>
              <a:rPr sz="120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Date</a:t>
            </a:r>
            <a:endParaRPr sz="1200">
              <a:latin typeface="Segoe UI"/>
              <a:cs typeface="Segoe UI"/>
            </a:endParaRPr>
          </a:p>
          <a:p>
            <a:pPr marL="19685">
              <a:lnSpc>
                <a:spcPct val="100000"/>
              </a:lnSpc>
              <a:spcBef>
                <a:spcPts val="148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$70M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0794" y="7278813"/>
            <a:ext cx="45275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2019</a:t>
            </a:r>
            <a:r>
              <a:rPr sz="1150" spc="-50" dirty="0">
                <a:solidFill>
                  <a:srgbClr val="616161"/>
                </a:solidFill>
                <a:latin typeface="SimSun"/>
                <a:cs typeface="SimSun"/>
              </a:rPr>
              <a:t>年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274070" y="7278813"/>
            <a:ext cx="45275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2020</a:t>
            </a:r>
            <a:r>
              <a:rPr sz="1150" spc="-50" dirty="0">
                <a:solidFill>
                  <a:srgbClr val="616161"/>
                </a:solidFill>
                <a:latin typeface="SimSun"/>
                <a:cs typeface="SimSun"/>
              </a:rPr>
              <a:t>年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754122" y="7278813"/>
            <a:ext cx="45275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2021</a:t>
            </a:r>
            <a:r>
              <a:rPr sz="1150" spc="-50" dirty="0">
                <a:solidFill>
                  <a:srgbClr val="616161"/>
                </a:solidFill>
                <a:latin typeface="SimSun"/>
                <a:cs typeface="SimSun"/>
              </a:rPr>
              <a:t>年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227398" y="7278813"/>
            <a:ext cx="45275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2022</a:t>
            </a:r>
            <a:r>
              <a:rPr sz="1150" spc="-50" dirty="0">
                <a:solidFill>
                  <a:srgbClr val="616161"/>
                </a:solidFill>
                <a:latin typeface="SimSun"/>
                <a:cs typeface="SimSun"/>
              </a:rPr>
              <a:t>年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700673" y="7278813"/>
            <a:ext cx="45275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</a:t>
            </a:r>
            <a:r>
              <a:rPr sz="1150" spc="-50" dirty="0">
                <a:solidFill>
                  <a:srgbClr val="616161"/>
                </a:solidFill>
                <a:latin typeface="SimSun"/>
                <a:cs typeface="SimSun"/>
              </a:rPr>
              <a:t>年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173950" y="7278813"/>
            <a:ext cx="45275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</a:t>
            </a:r>
            <a:r>
              <a:rPr sz="1150" spc="-50" dirty="0">
                <a:solidFill>
                  <a:srgbClr val="616161"/>
                </a:solidFill>
                <a:latin typeface="SimSun"/>
                <a:cs typeface="SimSun"/>
              </a:rPr>
              <a:t>年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5654002" y="7278813"/>
            <a:ext cx="45275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</a:t>
            </a:r>
            <a:r>
              <a:rPr sz="1150" spc="-50" dirty="0">
                <a:solidFill>
                  <a:srgbClr val="616161"/>
                </a:solidFill>
                <a:latin typeface="SimSun"/>
                <a:cs typeface="SimSun"/>
              </a:rPr>
              <a:t>年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019175" y="4179214"/>
            <a:ext cx="17116425" cy="2990215"/>
          </a:xfrm>
          <a:custGeom>
            <a:avLst/>
            <a:gdLst/>
            <a:ahLst/>
            <a:cxnLst/>
            <a:rect l="l" t="t" r="r" b="b"/>
            <a:pathLst>
              <a:path w="17116425" h="2990215">
                <a:moveTo>
                  <a:pt x="0" y="2822850"/>
                </a:moveTo>
                <a:lnTo>
                  <a:pt x="52514" y="2822638"/>
                </a:lnTo>
                <a:lnTo>
                  <a:pt x="105029" y="2822351"/>
                </a:lnTo>
                <a:lnTo>
                  <a:pt x="157544" y="2821915"/>
                </a:lnTo>
                <a:lnTo>
                  <a:pt x="210059" y="2821255"/>
                </a:lnTo>
                <a:lnTo>
                  <a:pt x="257491" y="2818735"/>
                </a:lnTo>
                <a:lnTo>
                  <a:pt x="304924" y="2814125"/>
                </a:lnTo>
                <a:lnTo>
                  <a:pt x="352357" y="2809696"/>
                </a:lnTo>
                <a:lnTo>
                  <a:pt x="399789" y="2807715"/>
                </a:lnTo>
                <a:lnTo>
                  <a:pt x="452304" y="2811054"/>
                </a:lnTo>
                <a:lnTo>
                  <a:pt x="504819" y="2818398"/>
                </a:lnTo>
                <a:lnTo>
                  <a:pt x="557334" y="2825743"/>
                </a:lnTo>
                <a:lnTo>
                  <a:pt x="609848" y="2829081"/>
                </a:lnTo>
                <a:lnTo>
                  <a:pt x="650505" y="2819185"/>
                </a:lnTo>
                <a:lnTo>
                  <a:pt x="691162" y="2795588"/>
                </a:lnTo>
                <a:lnTo>
                  <a:pt x="731818" y="2767423"/>
                </a:lnTo>
                <a:lnTo>
                  <a:pt x="772475" y="2743825"/>
                </a:lnTo>
                <a:lnTo>
                  <a:pt x="813131" y="2733929"/>
                </a:lnTo>
                <a:lnTo>
                  <a:pt x="855143" y="2742409"/>
                </a:lnTo>
                <a:lnTo>
                  <a:pt x="897155" y="2762628"/>
                </a:lnTo>
                <a:lnTo>
                  <a:pt x="939167" y="2786760"/>
                </a:lnTo>
                <a:lnTo>
                  <a:pt x="981178" y="2806980"/>
                </a:lnTo>
                <a:lnTo>
                  <a:pt x="1023190" y="2815459"/>
                </a:lnTo>
                <a:lnTo>
                  <a:pt x="1063847" y="2807230"/>
                </a:lnTo>
                <a:lnTo>
                  <a:pt x="1104503" y="2787263"/>
                </a:lnTo>
                <a:lnTo>
                  <a:pt x="1145160" y="2762637"/>
                </a:lnTo>
                <a:lnTo>
                  <a:pt x="1185817" y="2740432"/>
                </a:lnTo>
                <a:lnTo>
                  <a:pt x="1226473" y="2727726"/>
                </a:lnTo>
                <a:lnTo>
                  <a:pt x="1278988" y="2721400"/>
                </a:lnTo>
                <a:lnTo>
                  <a:pt x="1331503" y="2716882"/>
                </a:lnTo>
                <a:lnTo>
                  <a:pt x="1384018" y="2714171"/>
                </a:lnTo>
                <a:lnTo>
                  <a:pt x="1436532" y="2713268"/>
                </a:lnTo>
                <a:lnTo>
                  <a:pt x="1478544" y="2723168"/>
                </a:lnTo>
                <a:lnTo>
                  <a:pt x="1520556" y="2747010"/>
                </a:lnTo>
                <a:lnTo>
                  <a:pt x="1562568" y="2776009"/>
                </a:lnTo>
                <a:lnTo>
                  <a:pt x="1604579" y="2801378"/>
                </a:lnTo>
                <a:lnTo>
                  <a:pt x="1646591" y="2814331"/>
                </a:lnTo>
                <a:lnTo>
                  <a:pt x="1697412" y="2818371"/>
                </a:lnTo>
                <a:lnTo>
                  <a:pt x="1748233" y="2821257"/>
                </a:lnTo>
                <a:lnTo>
                  <a:pt x="1799054" y="2822988"/>
                </a:lnTo>
                <a:lnTo>
                  <a:pt x="1849874" y="2823566"/>
                </a:lnTo>
                <a:lnTo>
                  <a:pt x="1859877" y="2817391"/>
                </a:lnTo>
                <a:lnTo>
                  <a:pt x="1879883" y="2771624"/>
                </a:lnTo>
                <a:lnTo>
                  <a:pt x="1889886" y="2734454"/>
                </a:lnTo>
                <a:lnTo>
                  <a:pt x="1899888" y="2689376"/>
                </a:lnTo>
                <a:lnTo>
                  <a:pt x="1909891" y="2637599"/>
                </a:lnTo>
                <a:lnTo>
                  <a:pt x="1919894" y="2580335"/>
                </a:lnTo>
                <a:lnTo>
                  <a:pt x="1929897" y="2518795"/>
                </a:lnTo>
                <a:lnTo>
                  <a:pt x="1939900" y="2454191"/>
                </a:lnTo>
                <a:lnTo>
                  <a:pt x="1949902" y="2387733"/>
                </a:lnTo>
                <a:lnTo>
                  <a:pt x="1959905" y="2320633"/>
                </a:lnTo>
                <a:lnTo>
                  <a:pt x="1969908" y="2254101"/>
                </a:lnTo>
                <a:lnTo>
                  <a:pt x="1979911" y="2189349"/>
                </a:lnTo>
                <a:lnTo>
                  <a:pt x="1989914" y="2127588"/>
                </a:lnTo>
                <a:lnTo>
                  <a:pt x="1999916" y="2070029"/>
                </a:lnTo>
                <a:lnTo>
                  <a:pt x="2009919" y="2017884"/>
                </a:lnTo>
                <a:lnTo>
                  <a:pt x="2019922" y="1972362"/>
                </a:lnTo>
                <a:lnTo>
                  <a:pt x="2029925" y="1934677"/>
                </a:lnTo>
                <a:lnTo>
                  <a:pt x="2049931" y="1887656"/>
                </a:lnTo>
                <a:lnTo>
                  <a:pt x="2110754" y="1877299"/>
                </a:lnTo>
                <a:lnTo>
                  <a:pt x="2161575" y="1874839"/>
                </a:lnTo>
                <a:lnTo>
                  <a:pt x="2212396" y="1873364"/>
                </a:lnTo>
                <a:lnTo>
                  <a:pt x="2263216" y="1872872"/>
                </a:lnTo>
                <a:lnTo>
                  <a:pt x="2271619" y="1878050"/>
                </a:lnTo>
                <a:lnTo>
                  <a:pt x="2288423" y="1916924"/>
                </a:lnTo>
                <a:lnTo>
                  <a:pt x="2305228" y="1988151"/>
                </a:lnTo>
                <a:lnTo>
                  <a:pt x="2313630" y="2033770"/>
                </a:lnTo>
                <a:lnTo>
                  <a:pt x="2322033" y="2084926"/>
                </a:lnTo>
                <a:lnTo>
                  <a:pt x="2330435" y="2140767"/>
                </a:lnTo>
                <a:lnTo>
                  <a:pt x="2338838" y="2200443"/>
                </a:lnTo>
                <a:lnTo>
                  <a:pt x="2347240" y="2263104"/>
                </a:lnTo>
                <a:lnTo>
                  <a:pt x="2355642" y="2327898"/>
                </a:lnTo>
                <a:lnTo>
                  <a:pt x="2364045" y="2393976"/>
                </a:lnTo>
                <a:lnTo>
                  <a:pt x="2372447" y="2460486"/>
                </a:lnTo>
                <a:lnTo>
                  <a:pt x="2380849" y="2526579"/>
                </a:lnTo>
                <a:lnTo>
                  <a:pt x="2389252" y="2591402"/>
                </a:lnTo>
                <a:lnTo>
                  <a:pt x="2397654" y="2654106"/>
                </a:lnTo>
                <a:lnTo>
                  <a:pt x="2406056" y="2713840"/>
                </a:lnTo>
                <a:lnTo>
                  <a:pt x="2414459" y="2769754"/>
                </a:lnTo>
                <a:lnTo>
                  <a:pt x="2422861" y="2820996"/>
                </a:lnTo>
                <a:lnTo>
                  <a:pt x="2431263" y="2866717"/>
                </a:lnTo>
                <a:lnTo>
                  <a:pt x="2439666" y="2906065"/>
                </a:lnTo>
                <a:lnTo>
                  <a:pt x="2456471" y="2962241"/>
                </a:lnTo>
                <a:lnTo>
                  <a:pt x="2525790" y="2983710"/>
                </a:lnTo>
                <a:lnTo>
                  <a:pt x="2578305" y="2984417"/>
                </a:lnTo>
                <a:lnTo>
                  <a:pt x="2630820" y="2984841"/>
                </a:lnTo>
                <a:lnTo>
                  <a:pt x="2683334" y="2984982"/>
                </a:lnTo>
                <a:lnTo>
                  <a:pt x="2732461" y="2984718"/>
                </a:lnTo>
                <a:lnTo>
                  <a:pt x="2781588" y="2984135"/>
                </a:lnTo>
                <a:lnTo>
                  <a:pt x="2830714" y="2983553"/>
                </a:lnTo>
                <a:lnTo>
                  <a:pt x="2879841" y="2983289"/>
                </a:lnTo>
                <a:lnTo>
                  <a:pt x="2932356" y="2983369"/>
                </a:lnTo>
                <a:lnTo>
                  <a:pt x="2984871" y="2983547"/>
                </a:lnTo>
                <a:lnTo>
                  <a:pt x="3037385" y="2983724"/>
                </a:lnTo>
                <a:lnTo>
                  <a:pt x="3089900" y="2983805"/>
                </a:lnTo>
                <a:lnTo>
                  <a:pt x="3140721" y="2977283"/>
                </a:lnTo>
                <a:lnTo>
                  <a:pt x="3191542" y="2962934"/>
                </a:lnTo>
                <a:lnTo>
                  <a:pt x="3242362" y="2948585"/>
                </a:lnTo>
                <a:lnTo>
                  <a:pt x="3293183" y="2942063"/>
                </a:lnTo>
                <a:lnTo>
                  <a:pt x="3345698" y="2948383"/>
                </a:lnTo>
                <a:lnTo>
                  <a:pt x="3398213" y="2962287"/>
                </a:lnTo>
                <a:lnTo>
                  <a:pt x="3450727" y="2976191"/>
                </a:lnTo>
                <a:lnTo>
                  <a:pt x="3503242" y="2982511"/>
                </a:lnTo>
                <a:lnTo>
                  <a:pt x="3554063" y="2975483"/>
                </a:lnTo>
                <a:lnTo>
                  <a:pt x="3604884" y="2960022"/>
                </a:lnTo>
                <a:lnTo>
                  <a:pt x="3655704" y="2944561"/>
                </a:lnTo>
                <a:lnTo>
                  <a:pt x="3706525" y="2937534"/>
                </a:lnTo>
                <a:lnTo>
                  <a:pt x="3759040" y="2937555"/>
                </a:lnTo>
                <a:lnTo>
                  <a:pt x="3811555" y="2937621"/>
                </a:lnTo>
                <a:lnTo>
                  <a:pt x="3864069" y="2937731"/>
                </a:lnTo>
                <a:lnTo>
                  <a:pt x="3916584" y="2937884"/>
                </a:lnTo>
                <a:lnTo>
                  <a:pt x="3969099" y="2944183"/>
                </a:lnTo>
                <a:lnTo>
                  <a:pt x="4021614" y="2958057"/>
                </a:lnTo>
                <a:lnTo>
                  <a:pt x="4074128" y="2972495"/>
                </a:lnTo>
                <a:lnTo>
                  <a:pt x="4126643" y="2980486"/>
                </a:lnTo>
                <a:lnTo>
                  <a:pt x="4177464" y="2982545"/>
                </a:lnTo>
                <a:lnTo>
                  <a:pt x="4228285" y="2984015"/>
                </a:lnTo>
                <a:lnTo>
                  <a:pt x="4279105" y="2984898"/>
                </a:lnTo>
                <a:lnTo>
                  <a:pt x="4329926" y="2985192"/>
                </a:lnTo>
                <a:lnTo>
                  <a:pt x="4350932" y="2974524"/>
                </a:lnTo>
                <a:lnTo>
                  <a:pt x="4371938" y="2945567"/>
                </a:lnTo>
                <a:lnTo>
                  <a:pt x="4392944" y="2902893"/>
                </a:lnTo>
                <a:lnTo>
                  <a:pt x="4413950" y="2851075"/>
                </a:lnTo>
                <a:lnTo>
                  <a:pt x="4434956" y="2794685"/>
                </a:lnTo>
                <a:lnTo>
                  <a:pt x="4455962" y="2738295"/>
                </a:lnTo>
                <a:lnTo>
                  <a:pt x="4476967" y="2686477"/>
                </a:lnTo>
                <a:lnTo>
                  <a:pt x="4497973" y="2643804"/>
                </a:lnTo>
                <a:lnTo>
                  <a:pt x="4518979" y="2614847"/>
                </a:lnTo>
                <a:lnTo>
                  <a:pt x="4539985" y="2604178"/>
                </a:lnTo>
                <a:lnTo>
                  <a:pt x="4590806" y="2606002"/>
                </a:lnTo>
                <a:lnTo>
                  <a:pt x="4641627" y="2611471"/>
                </a:lnTo>
                <a:lnTo>
                  <a:pt x="4692447" y="2620588"/>
                </a:lnTo>
                <a:lnTo>
                  <a:pt x="4743268" y="2633350"/>
                </a:lnTo>
                <a:lnTo>
                  <a:pt x="4789948" y="2683466"/>
                </a:lnTo>
                <a:lnTo>
                  <a:pt x="4813288" y="2728691"/>
                </a:lnTo>
                <a:lnTo>
                  <a:pt x="4836628" y="2780809"/>
                </a:lnTo>
                <a:lnTo>
                  <a:pt x="4859968" y="2834906"/>
                </a:lnTo>
                <a:lnTo>
                  <a:pt x="4883307" y="2886067"/>
                </a:lnTo>
                <a:lnTo>
                  <a:pt x="4906647" y="2929379"/>
                </a:lnTo>
                <a:lnTo>
                  <a:pt x="4929987" y="2959927"/>
                </a:lnTo>
                <a:lnTo>
                  <a:pt x="5005842" y="2977509"/>
                </a:lnTo>
                <a:lnTo>
                  <a:pt x="5058357" y="2980875"/>
                </a:lnTo>
                <a:lnTo>
                  <a:pt x="5110872" y="2982894"/>
                </a:lnTo>
                <a:lnTo>
                  <a:pt x="5163386" y="2983567"/>
                </a:lnTo>
                <a:lnTo>
                  <a:pt x="5210819" y="2983540"/>
                </a:lnTo>
                <a:lnTo>
                  <a:pt x="5258252" y="2983457"/>
                </a:lnTo>
                <a:lnTo>
                  <a:pt x="5305684" y="2983320"/>
                </a:lnTo>
                <a:lnTo>
                  <a:pt x="5353117" y="2983127"/>
                </a:lnTo>
                <a:lnTo>
                  <a:pt x="5405632" y="2982674"/>
                </a:lnTo>
                <a:lnTo>
                  <a:pt x="5458146" y="2981740"/>
                </a:lnTo>
                <a:lnTo>
                  <a:pt x="5510661" y="2980234"/>
                </a:lnTo>
                <a:lnTo>
                  <a:pt x="5563176" y="2978064"/>
                </a:lnTo>
                <a:lnTo>
                  <a:pt x="5613997" y="2972150"/>
                </a:lnTo>
                <a:lnTo>
                  <a:pt x="5664817" y="2962322"/>
                </a:lnTo>
                <a:lnTo>
                  <a:pt x="5715638" y="2953108"/>
                </a:lnTo>
                <a:lnTo>
                  <a:pt x="5766459" y="2949031"/>
                </a:lnTo>
                <a:lnTo>
                  <a:pt x="5818974" y="2953395"/>
                </a:lnTo>
                <a:lnTo>
                  <a:pt x="5871489" y="2962996"/>
                </a:lnTo>
                <a:lnTo>
                  <a:pt x="5924003" y="2972598"/>
                </a:lnTo>
                <a:lnTo>
                  <a:pt x="5976518" y="2976962"/>
                </a:lnTo>
                <a:lnTo>
                  <a:pt x="6027339" y="2971068"/>
                </a:lnTo>
                <a:lnTo>
                  <a:pt x="6078159" y="2958100"/>
                </a:lnTo>
                <a:lnTo>
                  <a:pt x="6128980" y="2945132"/>
                </a:lnTo>
                <a:lnTo>
                  <a:pt x="6179801" y="2939237"/>
                </a:lnTo>
                <a:lnTo>
                  <a:pt x="6232316" y="2939522"/>
                </a:lnTo>
                <a:lnTo>
                  <a:pt x="6284830" y="2940377"/>
                </a:lnTo>
                <a:lnTo>
                  <a:pt x="6337345" y="2941801"/>
                </a:lnTo>
                <a:lnTo>
                  <a:pt x="6389860" y="2943796"/>
                </a:lnTo>
                <a:lnTo>
                  <a:pt x="6442375" y="2952194"/>
                </a:lnTo>
                <a:lnTo>
                  <a:pt x="6494889" y="2967729"/>
                </a:lnTo>
                <a:lnTo>
                  <a:pt x="6547404" y="2982750"/>
                </a:lnTo>
                <a:lnTo>
                  <a:pt x="6599919" y="2989606"/>
                </a:lnTo>
                <a:lnTo>
                  <a:pt x="6650740" y="2989796"/>
                </a:lnTo>
                <a:lnTo>
                  <a:pt x="6701560" y="2989931"/>
                </a:lnTo>
                <a:lnTo>
                  <a:pt x="6752381" y="2990013"/>
                </a:lnTo>
                <a:lnTo>
                  <a:pt x="6803202" y="2990040"/>
                </a:lnTo>
                <a:lnTo>
                  <a:pt x="6824208" y="2979635"/>
                </a:lnTo>
                <a:lnTo>
                  <a:pt x="6866220" y="2909775"/>
                </a:lnTo>
                <a:lnTo>
                  <a:pt x="6887226" y="2859239"/>
                </a:lnTo>
                <a:lnTo>
                  <a:pt x="6908232" y="2804243"/>
                </a:lnTo>
                <a:lnTo>
                  <a:pt x="6929237" y="2749247"/>
                </a:lnTo>
                <a:lnTo>
                  <a:pt x="6950243" y="2698710"/>
                </a:lnTo>
                <a:lnTo>
                  <a:pt x="6971249" y="2657092"/>
                </a:lnTo>
                <a:lnTo>
                  <a:pt x="6992255" y="2628850"/>
                </a:lnTo>
                <a:lnTo>
                  <a:pt x="7013261" y="2618446"/>
                </a:lnTo>
                <a:lnTo>
                  <a:pt x="7064082" y="2619167"/>
                </a:lnTo>
                <a:lnTo>
                  <a:pt x="7114902" y="2621332"/>
                </a:lnTo>
                <a:lnTo>
                  <a:pt x="7165723" y="2624940"/>
                </a:lnTo>
                <a:lnTo>
                  <a:pt x="7216544" y="2629991"/>
                </a:lnTo>
                <a:lnTo>
                  <a:pt x="7251554" y="2646147"/>
                </a:lnTo>
                <a:lnTo>
                  <a:pt x="7286563" y="2680515"/>
                </a:lnTo>
                <a:lnTo>
                  <a:pt x="7321573" y="2723871"/>
                </a:lnTo>
                <a:lnTo>
                  <a:pt x="7356583" y="2766991"/>
                </a:lnTo>
                <a:lnTo>
                  <a:pt x="7391593" y="2800652"/>
                </a:lnTo>
                <a:lnTo>
                  <a:pt x="7479118" y="2818630"/>
                </a:lnTo>
                <a:lnTo>
                  <a:pt x="7531632" y="2820427"/>
                </a:lnTo>
                <a:lnTo>
                  <a:pt x="7584147" y="2821747"/>
                </a:lnTo>
                <a:lnTo>
                  <a:pt x="7636662" y="2823317"/>
                </a:lnTo>
                <a:lnTo>
                  <a:pt x="7684095" y="2825403"/>
                </a:lnTo>
                <a:lnTo>
                  <a:pt x="7731527" y="2827717"/>
                </a:lnTo>
                <a:lnTo>
                  <a:pt x="7778960" y="2829593"/>
                </a:lnTo>
                <a:lnTo>
                  <a:pt x="7826393" y="2830366"/>
                </a:lnTo>
                <a:lnTo>
                  <a:pt x="7878907" y="2829227"/>
                </a:lnTo>
                <a:lnTo>
                  <a:pt x="7931422" y="2825811"/>
                </a:lnTo>
                <a:lnTo>
                  <a:pt x="7983937" y="2820118"/>
                </a:lnTo>
                <a:lnTo>
                  <a:pt x="8036452" y="2812146"/>
                </a:lnTo>
                <a:lnTo>
                  <a:pt x="8077109" y="2799431"/>
                </a:lnTo>
                <a:lnTo>
                  <a:pt x="8117765" y="2779309"/>
                </a:lnTo>
                <a:lnTo>
                  <a:pt x="8158422" y="2757658"/>
                </a:lnTo>
                <a:lnTo>
                  <a:pt x="8199078" y="2740357"/>
                </a:lnTo>
                <a:lnTo>
                  <a:pt x="8239735" y="2733283"/>
                </a:lnTo>
                <a:lnTo>
                  <a:pt x="8281747" y="2742403"/>
                </a:lnTo>
                <a:lnTo>
                  <a:pt x="8323758" y="2764150"/>
                </a:lnTo>
                <a:lnTo>
                  <a:pt x="8365770" y="2790107"/>
                </a:lnTo>
                <a:lnTo>
                  <a:pt x="8407782" y="2811854"/>
                </a:lnTo>
                <a:lnTo>
                  <a:pt x="8449793" y="2820974"/>
                </a:lnTo>
                <a:lnTo>
                  <a:pt x="8490450" y="2809253"/>
                </a:lnTo>
                <a:lnTo>
                  <a:pt x="8531107" y="2781305"/>
                </a:lnTo>
                <a:lnTo>
                  <a:pt x="8571763" y="2747948"/>
                </a:lnTo>
                <a:lnTo>
                  <a:pt x="8612420" y="2719999"/>
                </a:lnTo>
                <a:lnTo>
                  <a:pt x="8653076" y="2708279"/>
                </a:lnTo>
                <a:lnTo>
                  <a:pt x="8705591" y="2709760"/>
                </a:lnTo>
                <a:lnTo>
                  <a:pt x="8758106" y="2714203"/>
                </a:lnTo>
                <a:lnTo>
                  <a:pt x="8810621" y="2721608"/>
                </a:lnTo>
                <a:lnTo>
                  <a:pt x="8863136" y="2731974"/>
                </a:lnTo>
                <a:lnTo>
                  <a:pt x="8905147" y="2746987"/>
                </a:lnTo>
                <a:lnTo>
                  <a:pt x="8947159" y="2769078"/>
                </a:lnTo>
                <a:lnTo>
                  <a:pt x="8989171" y="2792266"/>
                </a:lnTo>
                <a:lnTo>
                  <a:pt x="9031183" y="2810567"/>
                </a:lnTo>
                <a:lnTo>
                  <a:pt x="9073195" y="2817996"/>
                </a:lnTo>
                <a:lnTo>
                  <a:pt x="9124016" y="2817663"/>
                </a:lnTo>
                <a:lnTo>
                  <a:pt x="9174836" y="2816663"/>
                </a:lnTo>
                <a:lnTo>
                  <a:pt x="9225657" y="2814997"/>
                </a:lnTo>
                <a:lnTo>
                  <a:pt x="9276478" y="2812664"/>
                </a:lnTo>
                <a:lnTo>
                  <a:pt x="9307987" y="2760170"/>
                </a:lnTo>
                <a:lnTo>
                  <a:pt x="9318490" y="2723347"/>
                </a:lnTo>
                <a:lnTo>
                  <a:pt x="9328993" y="2678906"/>
                </a:lnTo>
                <a:lnTo>
                  <a:pt x="9339495" y="2628074"/>
                </a:lnTo>
                <a:lnTo>
                  <a:pt x="9349998" y="2572078"/>
                </a:lnTo>
                <a:lnTo>
                  <a:pt x="9360501" y="2512145"/>
                </a:lnTo>
                <a:lnTo>
                  <a:pt x="9371004" y="2449500"/>
                </a:lnTo>
                <a:lnTo>
                  <a:pt x="9381507" y="2385372"/>
                </a:lnTo>
                <a:lnTo>
                  <a:pt x="9392010" y="2320987"/>
                </a:lnTo>
                <a:lnTo>
                  <a:pt x="9402513" y="2257571"/>
                </a:lnTo>
                <a:lnTo>
                  <a:pt x="9413016" y="2196351"/>
                </a:lnTo>
                <a:lnTo>
                  <a:pt x="9423519" y="2138554"/>
                </a:lnTo>
                <a:lnTo>
                  <a:pt x="9434022" y="2085408"/>
                </a:lnTo>
                <a:lnTo>
                  <a:pt x="9444525" y="2038138"/>
                </a:lnTo>
                <a:lnTo>
                  <a:pt x="9455028" y="1997971"/>
                </a:lnTo>
                <a:lnTo>
                  <a:pt x="9476034" y="1943855"/>
                </a:lnTo>
                <a:lnTo>
                  <a:pt x="9537357" y="1908248"/>
                </a:lnTo>
                <a:lnTo>
                  <a:pt x="9588178" y="1891025"/>
                </a:lnTo>
                <a:lnTo>
                  <a:pt x="9638999" y="1880691"/>
                </a:lnTo>
                <a:lnTo>
                  <a:pt x="9689820" y="1877247"/>
                </a:lnTo>
                <a:lnTo>
                  <a:pt x="9700876" y="1883678"/>
                </a:lnTo>
                <a:lnTo>
                  <a:pt x="9722987" y="1930917"/>
                </a:lnTo>
                <a:lnTo>
                  <a:pt x="9734043" y="1968919"/>
                </a:lnTo>
                <a:lnTo>
                  <a:pt x="9745098" y="2014638"/>
                </a:lnTo>
                <a:lnTo>
                  <a:pt x="9756154" y="2066672"/>
                </a:lnTo>
                <a:lnTo>
                  <a:pt x="9767210" y="2123616"/>
                </a:lnTo>
                <a:lnTo>
                  <a:pt x="9778266" y="2184068"/>
                </a:lnTo>
                <a:lnTo>
                  <a:pt x="9789321" y="2246625"/>
                </a:lnTo>
                <a:lnTo>
                  <a:pt x="9800377" y="2309884"/>
                </a:lnTo>
                <a:lnTo>
                  <a:pt x="9811433" y="2372441"/>
                </a:lnTo>
                <a:lnTo>
                  <a:pt x="9822488" y="2432893"/>
                </a:lnTo>
                <a:lnTo>
                  <a:pt x="9833544" y="2489837"/>
                </a:lnTo>
                <a:lnTo>
                  <a:pt x="9844600" y="2541871"/>
                </a:lnTo>
                <a:lnTo>
                  <a:pt x="9855656" y="2587590"/>
                </a:lnTo>
                <a:lnTo>
                  <a:pt x="9866711" y="2625592"/>
                </a:lnTo>
                <a:lnTo>
                  <a:pt x="9888823" y="2672831"/>
                </a:lnTo>
                <a:lnTo>
                  <a:pt x="9899878" y="2679262"/>
                </a:lnTo>
                <a:lnTo>
                  <a:pt x="9952393" y="2678794"/>
                </a:lnTo>
                <a:lnTo>
                  <a:pt x="10004908" y="2677765"/>
                </a:lnTo>
                <a:lnTo>
                  <a:pt x="10057423" y="2676736"/>
                </a:lnTo>
                <a:lnTo>
                  <a:pt x="10109937" y="2676269"/>
                </a:lnTo>
                <a:lnTo>
                  <a:pt x="10157370" y="2678237"/>
                </a:lnTo>
                <a:lnTo>
                  <a:pt x="10204803" y="2682567"/>
                </a:lnTo>
                <a:lnTo>
                  <a:pt x="10252236" y="2686897"/>
                </a:lnTo>
                <a:lnTo>
                  <a:pt x="10299669" y="2688865"/>
                </a:lnTo>
                <a:lnTo>
                  <a:pt x="10352183" y="2687763"/>
                </a:lnTo>
                <a:lnTo>
                  <a:pt x="10404698" y="2684458"/>
                </a:lnTo>
                <a:lnTo>
                  <a:pt x="10457213" y="2678948"/>
                </a:lnTo>
                <a:lnTo>
                  <a:pt x="10509728" y="2671235"/>
                </a:lnTo>
                <a:lnTo>
                  <a:pt x="10550385" y="2656796"/>
                </a:lnTo>
                <a:lnTo>
                  <a:pt x="10591041" y="2632234"/>
                </a:lnTo>
                <a:lnTo>
                  <a:pt x="10631698" y="2605208"/>
                </a:lnTo>
                <a:lnTo>
                  <a:pt x="10672354" y="2583376"/>
                </a:lnTo>
                <a:lnTo>
                  <a:pt x="10713011" y="2574396"/>
                </a:lnTo>
                <a:lnTo>
                  <a:pt x="10755023" y="2585460"/>
                </a:lnTo>
                <a:lnTo>
                  <a:pt x="10797034" y="2611843"/>
                </a:lnTo>
                <a:lnTo>
                  <a:pt x="10839046" y="2643332"/>
                </a:lnTo>
                <a:lnTo>
                  <a:pt x="10881058" y="2669714"/>
                </a:lnTo>
                <a:lnTo>
                  <a:pt x="10923069" y="2680778"/>
                </a:lnTo>
                <a:lnTo>
                  <a:pt x="10990830" y="2637798"/>
                </a:lnTo>
                <a:lnTo>
                  <a:pt x="11024711" y="2597889"/>
                </a:lnTo>
                <a:lnTo>
                  <a:pt x="11058591" y="2557979"/>
                </a:lnTo>
                <a:lnTo>
                  <a:pt x="11092472" y="2527280"/>
                </a:lnTo>
                <a:lnTo>
                  <a:pt x="11126352" y="2515000"/>
                </a:lnTo>
                <a:lnTo>
                  <a:pt x="11178867" y="2517126"/>
                </a:lnTo>
                <a:lnTo>
                  <a:pt x="11231382" y="2523503"/>
                </a:lnTo>
                <a:lnTo>
                  <a:pt x="11283897" y="2534133"/>
                </a:lnTo>
                <a:lnTo>
                  <a:pt x="11336411" y="2549014"/>
                </a:lnTo>
                <a:lnTo>
                  <a:pt x="11378423" y="2571201"/>
                </a:lnTo>
                <a:lnTo>
                  <a:pt x="11420435" y="2604433"/>
                </a:lnTo>
                <a:lnTo>
                  <a:pt x="11462447" y="2639532"/>
                </a:lnTo>
                <a:lnTo>
                  <a:pt x="11504459" y="2667322"/>
                </a:lnTo>
                <a:lnTo>
                  <a:pt x="11546471" y="2678624"/>
                </a:lnTo>
                <a:lnTo>
                  <a:pt x="11597291" y="2678419"/>
                </a:lnTo>
                <a:lnTo>
                  <a:pt x="11648112" y="2677801"/>
                </a:lnTo>
                <a:lnTo>
                  <a:pt x="11698933" y="2676772"/>
                </a:lnTo>
                <a:lnTo>
                  <a:pt x="11749753" y="2675331"/>
                </a:lnTo>
                <a:lnTo>
                  <a:pt x="11772260" y="2634123"/>
                </a:lnTo>
                <a:lnTo>
                  <a:pt x="11787264" y="2567271"/>
                </a:lnTo>
                <a:lnTo>
                  <a:pt x="11794766" y="2524046"/>
                </a:lnTo>
                <a:lnTo>
                  <a:pt x="11802268" y="2475184"/>
                </a:lnTo>
                <a:lnTo>
                  <a:pt x="11809770" y="2421357"/>
                </a:lnTo>
                <a:lnTo>
                  <a:pt x="11817273" y="2363236"/>
                </a:lnTo>
                <a:lnTo>
                  <a:pt x="11824775" y="2301493"/>
                </a:lnTo>
                <a:lnTo>
                  <a:pt x="11832277" y="2236799"/>
                </a:lnTo>
                <a:lnTo>
                  <a:pt x="11839779" y="2169827"/>
                </a:lnTo>
                <a:lnTo>
                  <a:pt x="11847281" y="2101248"/>
                </a:lnTo>
                <a:lnTo>
                  <a:pt x="11854783" y="2031734"/>
                </a:lnTo>
                <a:lnTo>
                  <a:pt x="11862285" y="1961956"/>
                </a:lnTo>
                <a:lnTo>
                  <a:pt x="11869787" y="1892586"/>
                </a:lnTo>
                <a:lnTo>
                  <a:pt x="11877289" y="1824295"/>
                </a:lnTo>
                <a:lnTo>
                  <a:pt x="11884791" y="1757756"/>
                </a:lnTo>
                <a:lnTo>
                  <a:pt x="11892294" y="1693640"/>
                </a:lnTo>
                <a:lnTo>
                  <a:pt x="11899796" y="1632619"/>
                </a:lnTo>
                <a:lnTo>
                  <a:pt x="11907298" y="1575364"/>
                </a:lnTo>
                <a:lnTo>
                  <a:pt x="11914800" y="1522547"/>
                </a:lnTo>
                <a:lnTo>
                  <a:pt x="11922302" y="1474840"/>
                </a:lnTo>
                <a:lnTo>
                  <a:pt x="11929804" y="1432914"/>
                </a:lnTo>
                <a:lnTo>
                  <a:pt x="11944808" y="1369093"/>
                </a:lnTo>
                <a:lnTo>
                  <a:pt x="12000469" y="1299263"/>
                </a:lnTo>
                <a:lnTo>
                  <a:pt x="12041126" y="1270335"/>
                </a:lnTo>
                <a:lnTo>
                  <a:pt x="12081782" y="1249671"/>
                </a:lnTo>
                <a:lnTo>
                  <a:pt x="12122439" y="1237273"/>
                </a:lnTo>
                <a:lnTo>
                  <a:pt x="12163096" y="1233141"/>
                </a:lnTo>
                <a:lnTo>
                  <a:pt x="12170339" y="1237728"/>
                </a:lnTo>
                <a:lnTo>
                  <a:pt x="12192069" y="1301353"/>
                </a:lnTo>
                <a:lnTo>
                  <a:pt x="12206556" y="1378848"/>
                </a:lnTo>
                <a:lnTo>
                  <a:pt x="12213799" y="1426176"/>
                </a:lnTo>
                <a:lnTo>
                  <a:pt x="12221043" y="1478360"/>
                </a:lnTo>
                <a:lnTo>
                  <a:pt x="12228286" y="1534754"/>
                </a:lnTo>
                <a:lnTo>
                  <a:pt x="12235529" y="1594710"/>
                </a:lnTo>
                <a:lnTo>
                  <a:pt x="12242773" y="1657580"/>
                </a:lnTo>
                <a:lnTo>
                  <a:pt x="12250016" y="1722716"/>
                </a:lnTo>
                <a:lnTo>
                  <a:pt x="12257260" y="1789471"/>
                </a:lnTo>
                <a:lnTo>
                  <a:pt x="12264503" y="1857198"/>
                </a:lnTo>
                <a:lnTo>
                  <a:pt x="12271747" y="1925249"/>
                </a:lnTo>
                <a:lnTo>
                  <a:pt x="12278990" y="1992975"/>
                </a:lnTo>
                <a:lnTo>
                  <a:pt x="12286233" y="2059731"/>
                </a:lnTo>
                <a:lnTo>
                  <a:pt x="12293477" y="2124867"/>
                </a:lnTo>
                <a:lnTo>
                  <a:pt x="12300720" y="2187737"/>
                </a:lnTo>
                <a:lnTo>
                  <a:pt x="12307964" y="2247693"/>
                </a:lnTo>
                <a:lnTo>
                  <a:pt x="12315207" y="2304087"/>
                </a:lnTo>
                <a:lnTo>
                  <a:pt x="12322451" y="2356271"/>
                </a:lnTo>
                <a:lnTo>
                  <a:pt x="12329694" y="2403599"/>
                </a:lnTo>
                <a:lnTo>
                  <a:pt x="12336938" y="2445422"/>
                </a:lnTo>
                <a:lnTo>
                  <a:pt x="12351425" y="2509965"/>
                </a:lnTo>
                <a:lnTo>
                  <a:pt x="12373155" y="2549306"/>
                </a:lnTo>
                <a:lnTo>
                  <a:pt x="12425669" y="2548892"/>
                </a:lnTo>
                <a:lnTo>
                  <a:pt x="12478184" y="2547731"/>
                </a:lnTo>
                <a:lnTo>
                  <a:pt x="12530699" y="2545945"/>
                </a:lnTo>
                <a:lnTo>
                  <a:pt x="12583213" y="2543653"/>
                </a:lnTo>
                <a:lnTo>
                  <a:pt x="12632340" y="2540276"/>
                </a:lnTo>
                <a:lnTo>
                  <a:pt x="12681467" y="2535890"/>
                </a:lnTo>
                <a:lnTo>
                  <a:pt x="12730594" y="2532089"/>
                </a:lnTo>
                <a:lnTo>
                  <a:pt x="12779721" y="2530468"/>
                </a:lnTo>
                <a:lnTo>
                  <a:pt x="12832235" y="2533399"/>
                </a:lnTo>
                <a:lnTo>
                  <a:pt x="12884750" y="2539846"/>
                </a:lnTo>
                <a:lnTo>
                  <a:pt x="12937265" y="2546293"/>
                </a:lnTo>
                <a:lnTo>
                  <a:pt x="12989780" y="2549224"/>
                </a:lnTo>
                <a:lnTo>
                  <a:pt x="13057541" y="2508299"/>
                </a:lnTo>
                <a:lnTo>
                  <a:pt x="13091421" y="2470297"/>
                </a:lnTo>
                <a:lnTo>
                  <a:pt x="13125302" y="2432296"/>
                </a:lnTo>
                <a:lnTo>
                  <a:pt x="13159182" y="2403064"/>
                </a:lnTo>
                <a:lnTo>
                  <a:pt x="13193063" y="2391371"/>
                </a:lnTo>
                <a:lnTo>
                  <a:pt x="13228072" y="2402623"/>
                </a:lnTo>
                <a:lnTo>
                  <a:pt x="13263082" y="2430754"/>
                </a:lnTo>
                <a:lnTo>
                  <a:pt x="13298092" y="2467325"/>
                </a:lnTo>
                <a:lnTo>
                  <a:pt x="13333102" y="2503895"/>
                </a:lnTo>
                <a:lnTo>
                  <a:pt x="13368111" y="2532026"/>
                </a:lnTo>
                <a:lnTo>
                  <a:pt x="13403121" y="2543279"/>
                </a:lnTo>
                <a:lnTo>
                  <a:pt x="13437002" y="2532291"/>
                </a:lnTo>
                <a:lnTo>
                  <a:pt x="13470882" y="2504352"/>
                </a:lnTo>
                <a:lnTo>
                  <a:pt x="13504762" y="2466999"/>
                </a:lnTo>
                <a:lnTo>
                  <a:pt x="13538643" y="2427768"/>
                </a:lnTo>
                <a:lnTo>
                  <a:pt x="13572523" y="2394195"/>
                </a:lnTo>
                <a:lnTo>
                  <a:pt x="13606404" y="2373818"/>
                </a:lnTo>
                <a:lnTo>
                  <a:pt x="13658919" y="2358538"/>
                </a:lnTo>
                <a:lnTo>
                  <a:pt x="13711434" y="2347623"/>
                </a:lnTo>
                <a:lnTo>
                  <a:pt x="13763949" y="2341074"/>
                </a:lnTo>
                <a:lnTo>
                  <a:pt x="13816463" y="2338891"/>
                </a:lnTo>
                <a:lnTo>
                  <a:pt x="13846472" y="2349169"/>
                </a:lnTo>
                <a:lnTo>
                  <a:pt x="13876480" y="2375921"/>
                </a:lnTo>
                <a:lnTo>
                  <a:pt x="13906489" y="2413023"/>
                </a:lnTo>
                <a:lnTo>
                  <a:pt x="13936497" y="2454353"/>
                </a:lnTo>
                <a:lnTo>
                  <a:pt x="13966505" y="2493787"/>
                </a:lnTo>
                <a:lnTo>
                  <a:pt x="13996514" y="2525201"/>
                </a:lnTo>
                <a:lnTo>
                  <a:pt x="14077343" y="2554563"/>
                </a:lnTo>
                <a:lnTo>
                  <a:pt x="14128164" y="2563199"/>
                </a:lnTo>
                <a:lnTo>
                  <a:pt x="14178985" y="2568380"/>
                </a:lnTo>
                <a:lnTo>
                  <a:pt x="14229805" y="2570107"/>
                </a:lnTo>
                <a:lnTo>
                  <a:pt x="14235057" y="2566607"/>
                </a:lnTo>
                <a:lnTo>
                  <a:pt x="14250811" y="2516945"/>
                </a:lnTo>
                <a:lnTo>
                  <a:pt x="14261314" y="2454764"/>
                </a:lnTo>
                <a:lnTo>
                  <a:pt x="14266566" y="2416019"/>
                </a:lnTo>
                <a:lnTo>
                  <a:pt x="14271817" y="2372646"/>
                </a:lnTo>
                <a:lnTo>
                  <a:pt x="14277069" y="2325002"/>
                </a:lnTo>
                <a:lnTo>
                  <a:pt x="14282320" y="2273441"/>
                </a:lnTo>
                <a:lnTo>
                  <a:pt x="14287572" y="2218320"/>
                </a:lnTo>
                <a:lnTo>
                  <a:pt x="14292823" y="2159996"/>
                </a:lnTo>
                <a:lnTo>
                  <a:pt x="14298075" y="2098823"/>
                </a:lnTo>
                <a:lnTo>
                  <a:pt x="14303326" y="2035159"/>
                </a:lnTo>
                <a:lnTo>
                  <a:pt x="14308578" y="1969358"/>
                </a:lnTo>
                <a:lnTo>
                  <a:pt x="14313829" y="1901777"/>
                </a:lnTo>
                <a:lnTo>
                  <a:pt x="14319081" y="1832773"/>
                </a:lnTo>
                <a:lnTo>
                  <a:pt x="14324332" y="1762700"/>
                </a:lnTo>
                <a:lnTo>
                  <a:pt x="14329584" y="1691916"/>
                </a:lnTo>
                <a:lnTo>
                  <a:pt x="14334835" y="1620775"/>
                </a:lnTo>
                <a:lnTo>
                  <a:pt x="14340086" y="1549634"/>
                </a:lnTo>
                <a:lnTo>
                  <a:pt x="14345338" y="1478850"/>
                </a:lnTo>
                <a:lnTo>
                  <a:pt x="14350589" y="1408777"/>
                </a:lnTo>
                <a:lnTo>
                  <a:pt x="14355841" y="1339773"/>
                </a:lnTo>
                <a:lnTo>
                  <a:pt x="14361092" y="1272192"/>
                </a:lnTo>
                <a:lnTo>
                  <a:pt x="14366344" y="1206391"/>
                </a:lnTo>
                <a:lnTo>
                  <a:pt x="14371595" y="1142727"/>
                </a:lnTo>
                <a:lnTo>
                  <a:pt x="14376847" y="1081554"/>
                </a:lnTo>
                <a:lnTo>
                  <a:pt x="14382098" y="1023229"/>
                </a:lnTo>
                <a:lnTo>
                  <a:pt x="14387350" y="968109"/>
                </a:lnTo>
                <a:lnTo>
                  <a:pt x="14392601" y="916548"/>
                </a:lnTo>
                <a:lnTo>
                  <a:pt x="14397853" y="868904"/>
                </a:lnTo>
                <a:lnTo>
                  <a:pt x="14403104" y="825531"/>
                </a:lnTo>
                <a:lnTo>
                  <a:pt x="14408356" y="786786"/>
                </a:lnTo>
                <a:lnTo>
                  <a:pt x="14418859" y="724605"/>
                </a:lnTo>
                <a:lnTo>
                  <a:pt x="14429362" y="685208"/>
                </a:lnTo>
                <a:lnTo>
                  <a:pt x="14439865" y="671442"/>
                </a:lnTo>
                <a:lnTo>
                  <a:pt x="14490685" y="672689"/>
                </a:lnTo>
                <a:lnTo>
                  <a:pt x="14541506" y="676429"/>
                </a:lnTo>
                <a:lnTo>
                  <a:pt x="14592327" y="682663"/>
                </a:lnTo>
                <a:lnTo>
                  <a:pt x="14643148" y="691390"/>
                </a:lnTo>
                <a:lnTo>
                  <a:pt x="14660179" y="726808"/>
                </a:lnTo>
                <a:lnTo>
                  <a:pt x="14671534" y="782652"/>
                </a:lnTo>
                <a:lnTo>
                  <a:pt x="14682888" y="860462"/>
                </a:lnTo>
                <a:lnTo>
                  <a:pt x="14688565" y="906583"/>
                </a:lnTo>
                <a:lnTo>
                  <a:pt x="14694243" y="956968"/>
                </a:lnTo>
                <a:lnTo>
                  <a:pt x="14699920" y="1011208"/>
                </a:lnTo>
                <a:lnTo>
                  <a:pt x="14705597" y="1068896"/>
                </a:lnTo>
                <a:lnTo>
                  <a:pt x="14711274" y="1129621"/>
                </a:lnTo>
                <a:lnTo>
                  <a:pt x="14716952" y="1192974"/>
                </a:lnTo>
                <a:lnTo>
                  <a:pt x="14722629" y="1258548"/>
                </a:lnTo>
                <a:lnTo>
                  <a:pt x="14728306" y="1325931"/>
                </a:lnTo>
                <a:lnTo>
                  <a:pt x="14733984" y="1394717"/>
                </a:lnTo>
                <a:lnTo>
                  <a:pt x="14739661" y="1464494"/>
                </a:lnTo>
                <a:lnTo>
                  <a:pt x="14745338" y="1534855"/>
                </a:lnTo>
                <a:lnTo>
                  <a:pt x="14751015" y="1605391"/>
                </a:lnTo>
                <a:lnTo>
                  <a:pt x="14756693" y="1675692"/>
                </a:lnTo>
                <a:lnTo>
                  <a:pt x="14762370" y="1745349"/>
                </a:lnTo>
                <a:lnTo>
                  <a:pt x="14768047" y="1813954"/>
                </a:lnTo>
                <a:lnTo>
                  <a:pt x="14773725" y="1881096"/>
                </a:lnTo>
                <a:lnTo>
                  <a:pt x="14779402" y="1946368"/>
                </a:lnTo>
                <a:lnTo>
                  <a:pt x="14785079" y="2009361"/>
                </a:lnTo>
                <a:lnTo>
                  <a:pt x="14790756" y="2069664"/>
                </a:lnTo>
                <a:lnTo>
                  <a:pt x="14796434" y="2126870"/>
                </a:lnTo>
                <a:lnTo>
                  <a:pt x="14802111" y="2180569"/>
                </a:lnTo>
                <a:lnTo>
                  <a:pt x="14807788" y="2230351"/>
                </a:lnTo>
                <a:lnTo>
                  <a:pt x="14813466" y="2275809"/>
                </a:lnTo>
                <a:lnTo>
                  <a:pt x="14819143" y="2316533"/>
                </a:lnTo>
                <a:lnTo>
                  <a:pt x="14830498" y="2382143"/>
                </a:lnTo>
                <a:lnTo>
                  <a:pt x="14841852" y="2423908"/>
                </a:lnTo>
                <a:lnTo>
                  <a:pt x="14853207" y="2438557"/>
                </a:lnTo>
                <a:lnTo>
                  <a:pt x="14905721" y="2433835"/>
                </a:lnTo>
                <a:lnTo>
                  <a:pt x="14958236" y="2423031"/>
                </a:lnTo>
                <a:lnTo>
                  <a:pt x="15010750" y="2411185"/>
                </a:lnTo>
                <a:lnTo>
                  <a:pt x="15063265" y="2403341"/>
                </a:lnTo>
                <a:lnTo>
                  <a:pt x="15110698" y="2400051"/>
                </a:lnTo>
                <a:lnTo>
                  <a:pt x="15158131" y="2397700"/>
                </a:lnTo>
                <a:lnTo>
                  <a:pt x="15205563" y="2396290"/>
                </a:lnTo>
                <a:lnTo>
                  <a:pt x="15252996" y="2395820"/>
                </a:lnTo>
                <a:lnTo>
                  <a:pt x="15305511" y="2401930"/>
                </a:lnTo>
                <a:lnTo>
                  <a:pt x="15358026" y="2415371"/>
                </a:lnTo>
                <a:lnTo>
                  <a:pt x="15410540" y="2428812"/>
                </a:lnTo>
                <a:lnTo>
                  <a:pt x="15463056" y="2434922"/>
                </a:lnTo>
                <a:lnTo>
                  <a:pt x="15521136" y="2389340"/>
                </a:lnTo>
                <a:lnTo>
                  <a:pt x="15550177" y="2344429"/>
                </a:lnTo>
                <a:lnTo>
                  <a:pt x="15579217" y="2295496"/>
                </a:lnTo>
                <a:lnTo>
                  <a:pt x="15608258" y="2250585"/>
                </a:lnTo>
                <a:lnTo>
                  <a:pt x="15637298" y="2217739"/>
                </a:lnTo>
                <a:lnTo>
                  <a:pt x="15666338" y="2205003"/>
                </a:lnTo>
                <a:lnTo>
                  <a:pt x="15696347" y="2216187"/>
                </a:lnTo>
                <a:lnTo>
                  <a:pt x="15726355" y="2245031"/>
                </a:lnTo>
                <a:lnTo>
                  <a:pt x="15756363" y="2284469"/>
                </a:lnTo>
                <a:lnTo>
                  <a:pt x="15786372" y="2327440"/>
                </a:lnTo>
                <a:lnTo>
                  <a:pt x="15816381" y="2366878"/>
                </a:lnTo>
                <a:lnTo>
                  <a:pt x="15846389" y="2395721"/>
                </a:lnTo>
                <a:lnTo>
                  <a:pt x="15876398" y="2406906"/>
                </a:lnTo>
                <a:lnTo>
                  <a:pt x="15910278" y="2394417"/>
                </a:lnTo>
                <a:lnTo>
                  <a:pt x="15944159" y="2362381"/>
                </a:lnTo>
                <a:lnTo>
                  <a:pt x="15978039" y="2318945"/>
                </a:lnTo>
                <a:lnTo>
                  <a:pt x="16011919" y="2272253"/>
                </a:lnTo>
                <a:lnTo>
                  <a:pt x="16045800" y="2230453"/>
                </a:lnTo>
                <a:lnTo>
                  <a:pt x="16079680" y="2201689"/>
                </a:lnTo>
                <a:lnTo>
                  <a:pt x="16132195" y="2175202"/>
                </a:lnTo>
                <a:lnTo>
                  <a:pt x="16184710" y="2156283"/>
                </a:lnTo>
                <a:lnTo>
                  <a:pt x="16237224" y="2144932"/>
                </a:lnTo>
                <a:lnTo>
                  <a:pt x="16289739" y="2141148"/>
                </a:lnTo>
                <a:lnTo>
                  <a:pt x="16313079" y="2150931"/>
                </a:lnTo>
                <a:lnTo>
                  <a:pt x="16336419" y="2177151"/>
                </a:lnTo>
                <a:lnTo>
                  <a:pt x="16359759" y="2215110"/>
                </a:lnTo>
                <a:lnTo>
                  <a:pt x="16383099" y="2260114"/>
                </a:lnTo>
                <a:lnTo>
                  <a:pt x="16406439" y="2307465"/>
                </a:lnTo>
                <a:lnTo>
                  <a:pt x="16429779" y="2352469"/>
                </a:lnTo>
                <a:lnTo>
                  <a:pt x="16453119" y="2390428"/>
                </a:lnTo>
                <a:lnTo>
                  <a:pt x="16476459" y="2416648"/>
                </a:lnTo>
                <a:lnTo>
                  <a:pt x="16499799" y="2426431"/>
                </a:lnTo>
                <a:lnTo>
                  <a:pt x="16550619" y="2425844"/>
                </a:lnTo>
                <a:lnTo>
                  <a:pt x="16601440" y="2424083"/>
                </a:lnTo>
                <a:lnTo>
                  <a:pt x="16652260" y="2421147"/>
                </a:lnTo>
                <a:lnTo>
                  <a:pt x="16703081" y="2417038"/>
                </a:lnTo>
                <a:lnTo>
                  <a:pt x="16719886" y="2371791"/>
                </a:lnTo>
                <a:lnTo>
                  <a:pt x="16728288" y="2319171"/>
                </a:lnTo>
                <a:lnTo>
                  <a:pt x="16736691" y="2249018"/>
                </a:lnTo>
                <a:lnTo>
                  <a:pt x="16740892" y="2207944"/>
                </a:lnTo>
                <a:lnTo>
                  <a:pt x="16745093" y="2163181"/>
                </a:lnTo>
                <a:lnTo>
                  <a:pt x="16749294" y="2114959"/>
                </a:lnTo>
                <a:lnTo>
                  <a:pt x="16753495" y="2063509"/>
                </a:lnTo>
                <a:lnTo>
                  <a:pt x="16757697" y="2009062"/>
                </a:lnTo>
                <a:lnTo>
                  <a:pt x="16761898" y="1951850"/>
                </a:lnTo>
                <a:lnTo>
                  <a:pt x="16766099" y="1892104"/>
                </a:lnTo>
                <a:lnTo>
                  <a:pt x="16770300" y="1830054"/>
                </a:lnTo>
                <a:lnTo>
                  <a:pt x="16774501" y="1765932"/>
                </a:lnTo>
                <a:lnTo>
                  <a:pt x="16778703" y="1699969"/>
                </a:lnTo>
                <a:lnTo>
                  <a:pt x="16782904" y="1632397"/>
                </a:lnTo>
                <a:lnTo>
                  <a:pt x="16787105" y="1563445"/>
                </a:lnTo>
                <a:lnTo>
                  <a:pt x="16791306" y="1493345"/>
                </a:lnTo>
                <a:lnTo>
                  <a:pt x="16795507" y="1422329"/>
                </a:lnTo>
                <a:lnTo>
                  <a:pt x="16799708" y="1350628"/>
                </a:lnTo>
                <a:lnTo>
                  <a:pt x="16803910" y="1278471"/>
                </a:lnTo>
                <a:lnTo>
                  <a:pt x="16808111" y="1206092"/>
                </a:lnTo>
                <a:lnTo>
                  <a:pt x="16812312" y="1133720"/>
                </a:lnTo>
                <a:lnTo>
                  <a:pt x="16816513" y="1061587"/>
                </a:lnTo>
                <a:lnTo>
                  <a:pt x="16820714" y="989925"/>
                </a:lnTo>
                <a:lnTo>
                  <a:pt x="16824916" y="918963"/>
                </a:lnTo>
                <a:lnTo>
                  <a:pt x="16829117" y="848933"/>
                </a:lnTo>
                <a:lnTo>
                  <a:pt x="16833318" y="780067"/>
                </a:lnTo>
                <a:lnTo>
                  <a:pt x="16837519" y="712595"/>
                </a:lnTo>
                <a:lnTo>
                  <a:pt x="16841720" y="646749"/>
                </a:lnTo>
                <a:lnTo>
                  <a:pt x="16845921" y="582759"/>
                </a:lnTo>
                <a:lnTo>
                  <a:pt x="16850123" y="520857"/>
                </a:lnTo>
                <a:lnTo>
                  <a:pt x="16854324" y="461273"/>
                </a:lnTo>
                <a:lnTo>
                  <a:pt x="16858525" y="404240"/>
                </a:lnTo>
                <a:lnTo>
                  <a:pt x="16862726" y="349988"/>
                </a:lnTo>
                <a:lnTo>
                  <a:pt x="16866927" y="298747"/>
                </a:lnTo>
                <a:lnTo>
                  <a:pt x="16871129" y="250750"/>
                </a:lnTo>
                <a:lnTo>
                  <a:pt x="16875330" y="206228"/>
                </a:lnTo>
                <a:lnTo>
                  <a:pt x="16879531" y="165410"/>
                </a:lnTo>
                <a:lnTo>
                  <a:pt x="16887933" y="95816"/>
                </a:lnTo>
                <a:lnTo>
                  <a:pt x="16896336" y="43817"/>
                </a:lnTo>
                <a:lnTo>
                  <a:pt x="16908939" y="2854"/>
                </a:lnTo>
                <a:lnTo>
                  <a:pt x="16913141" y="0"/>
                </a:lnTo>
                <a:lnTo>
                  <a:pt x="16953797" y="8796"/>
                </a:lnTo>
                <a:lnTo>
                  <a:pt x="16994454" y="32674"/>
                </a:lnTo>
                <a:lnTo>
                  <a:pt x="17035110" y="67862"/>
                </a:lnTo>
                <a:lnTo>
                  <a:pt x="17075767" y="110590"/>
                </a:lnTo>
                <a:lnTo>
                  <a:pt x="17116423" y="157089"/>
                </a:lnTo>
              </a:path>
            </a:pathLst>
          </a:custGeom>
          <a:ln w="28574">
            <a:solidFill>
              <a:srgbClr val="118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911306" y="7045030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7914996" y="4379269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$61M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7768109" y="3954210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$64M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690615" y="6944249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5294833" y="4625652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$50M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3018064" y="5187351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$38M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7354767" y="6648612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$14M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5084773" y="6792288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$11M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118184" y="5827082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$25M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5708176" y="6660737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$14M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0544788" y="5831457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$25M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2433885" y="6900805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$9M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3228124" y="6771486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$11M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960608" y="7040176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570747" y="6939192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737287" y="7045745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394953" y="6558388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$10M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787291" y="6901443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$9M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68229" y="6572656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$10M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7144708" y="6095358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$20M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050799" y="6937778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4671431" y="6293101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$16M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6731366" y="6629086"/>
            <a:ext cx="3289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$14M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217339" y="6939402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713806" y="7052546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$5M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323849" y="7696200"/>
            <a:ext cx="7581900" cy="2819400"/>
            <a:chOff x="323849" y="7696200"/>
            <a:chExt cx="7581900" cy="2819400"/>
          </a:xfrm>
        </p:grpSpPr>
        <p:sp>
          <p:nvSpPr>
            <p:cNvPr id="87" name="object 87"/>
            <p:cNvSpPr/>
            <p:nvPr/>
          </p:nvSpPr>
          <p:spPr>
            <a:xfrm>
              <a:off x="328612" y="7700962"/>
              <a:ext cx="7572375" cy="2809875"/>
            </a:xfrm>
            <a:custGeom>
              <a:avLst/>
              <a:gdLst/>
              <a:ahLst/>
              <a:cxnLst/>
              <a:rect l="l" t="t" r="r" b="b"/>
              <a:pathLst>
                <a:path w="7572375" h="2809875">
                  <a:moveTo>
                    <a:pt x="7505627" y="2809874"/>
                  </a:moveTo>
                  <a:lnTo>
                    <a:pt x="66746" y="2809874"/>
                  </a:lnTo>
                  <a:lnTo>
                    <a:pt x="62101" y="2809416"/>
                  </a:lnTo>
                  <a:lnTo>
                    <a:pt x="24240" y="2792267"/>
                  </a:lnTo>
                  <a:lnTo>
                    <a:pt x="2287" y="2756974"/>
                  </a:lnTo>
                  <a:lnTo>
                    <a:pt x="0" y="2743127"/>
                  </a:lnTo>
                  <a:lnTo>
                    <a:pt x="0" y="27384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7505627" y="0"/>
                  </a:lnTo>
                  <a:lnTo>
                    <a:pt x="7544524" y="14645"/>
                  </a:lnTo>
                  <a:lnTo>
                    <a:pt x="7568730" y="48433"/>
                  </a:lnTo>
                  <a:lnTo>
                    <a:pt x="7572373" y="66746"/>
                  </a:lnTo>
                  <a:lnTo>
                    <a:pt x="7572373" y="2743127"/>
                  </a:lnTo>
                  <a:lnTo>
                    <a:pt x="7557727" y="2782025"/>
                  </a:lnTo>
                  <a:lnTo>
                    <a:pt x="7523940" y="2806231"/>
                  </a:lnTo>
                  <a:lnTo>
                    <a:pt x="7510272" y="2809416"/>
                  </a:lnTo>
                  <a:lnTo>
                    <a:pt x="7505627" y="2809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28612" y="7700962"/>
              <a:ext cx="7572375" cy="2809875"/>
            </a:xfrm>
            <a:custGeom>
              <a:avLst/>
              <a:gdLst/>
              <a:ahLst/>
              <a:cxnLst/>
              <a:rect l="l" t="t" r="r" b="b"/>
              <a:pathLst>
                <a:path w="7572375" h="2809875">
                  <a:moveTo>
                    <a:pt x="0" y="27384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7500936" y="0"/>
                  </a:lnTo>
                  <a:lnTo>
                    <a:pt x="7505627" y="0"/>
                  </a:lnTo>
                  <a:lnTo>
                    <a:pt x="7510272" y="457"/>
                  </a:lnTo>
                  <a:lnTo>
                    <a:pt x="7514873" y="1372"/>
                  </a:lnTo>
                  <a:lnTo>
                    <a:pt x="7519473" y="2287"/>
                  </a:lnTo>
                  <a:lnTo>
                    <a:pt x="7551450" y="20923"/>
                  </a:lnTo>
                  <a:lnTo>
                    <a:pt x="7554766" y="24240"/>
                  </a:lnTo>
                  <a:lnTo>
                    <a:pt x="7571001" y="57500"/>
                  </a:lnTo>
                  <a:lnTo>
                    <a:pt x="7571916" y="62101"/>
                  </a:lnTo>
                  <a:lnTo>
                    <a:pt x="7572373" y="66746"/>
                  </a:lnTo>
                  <a:lnTo>
                    <a:pt x="7572374" y="71437"/>
                  </a:lnTo>
                  <a:lnTo>
                    <a:pt x="7572374" y="2738437"/>
                  </a:lnTo>
                  <a:lnTo>
                    <a:pt x="7572373" y="2743127"/>
                  </a:lnTo>
                  <a:lnTo>
                    <a:pt x="7571916" y="2747773"/>
                  </a:lnTo>
                  <a:lnTo>
                    <a:pt x="7571000" y="2752373"/>
                  </a:lnTo>
                  <a:lnTo>
                    <a:pt x="7570086" y="2756974"/>
                  </a:lnTo>
                  <a:lnTo>
                    <a:pt x="7548133" y="2792267"/>
                  </a:lnTo>
                  <a:lnTo>
                    <a:pt x="7540624" y="2797834"/>
                  </a:lnTo>
                  <a:lnTo>
                    <a:pt x="7536724" y="2800441"/>
                  </a:lnTo>
                  <a:lnTo>
                    <a:pt x="7514873" y="2808501"/>
                  </a:lnTo>
                  <a:lnTo>
                    <a:pt x="7510272" y="2809416"/>
                  </a:lnTo>
                  <a:lnTo>
                    <a:pt x="7505627" y="2809874"/>
                  </a:lnTo>
                  <a:lnTo>
                    <a:pt x="7500936" y="2809874"/>
                  </a:lnTo>
                  <a:lnTo>
                    <a:pt x="71437" y="2809874"/>
                  </a:lnTo>
                  <a:lnTo>
                    <a:pt x="66746" y="2809874"/>
                  </a:lnTo>
                  <a:lnTo>
                    <a:pt x="62101" y="2809416"/>
                  </a:lnTo>
                  <a:lnTo>
                    <a:pt x="57500" y="2808501"/>
                  </a:lnTo>
                  <a:lnTo>
                    <a:pt x="52900" y="2807586"/>
                  </a:lnTo>
                  <a:lnTo>
                    <a:pt x="31748" y="2797835"/>
                  </a:lnTo>
                  <a:lnTo>
                    <a:pt x="27848" y="2795229"/>
                  </a:lnTo>
                  <a:lnTo>
                    <a:pt x="3642" y="2761441"/>
                  </a:lnTo>
                  <a:lnTo>
                    <a:pt x="1372" y="2752373"/>
                  </a:lnTo>
                  <a:lnTo>
                    <a:pt x="457" y="2747773"/>
                  </a:lnTo>
                  <a:lnTo>
                    <a:pt x="0" y="2743127"/>
                  </a:lnTo>
                  <a:lnTo>
                    <a:pt x="0" y="273843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3029198" y="7781987"/>
            <a:ext cx="2190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by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42424"/>
                </a:solidFill>
                <a:latin typeface="Tahoma"/>
                <a:cs typeface="Tahoma"/>
              </a:rPr>
              <a:t>Category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73075" y="8112125"/>
            <a:ext cx="19138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 of revenue by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category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862012" y="8669067"/>
            <a:ext cx="6886575" cy="1459230"/>
            <a:chOff x="862012" y="8669067"/>
            <a:chExt cx="6886575" cy="1459230"/>
          </a:xfrm>
        </p:grpSpPr>
        <p:sp>
          <p:nvSpPr>
            <p:cNvPr id="92" name="object 92"/>
            <p:cNvSpPr/>
            <p:nvPr/>
          </p:nvSpPr>
          <p:spPr>
            <a:xfrm>
              <a:off x="866775" y="10123487"/>
              <a:ext cx="6877050" cy="0"/>
            </a:xfrm>
            <a:custGeom>
              <a:avLst/>
              <a:gdLst/>
              <a:ahLst/>
              <a:cxnLst/>
              <a:rect l="l" t="t" r="r" b="b"/>
              <a:pathLst>
                <a:path w="6877050">
                  <a:moveTo>
                    <a:pt x="0" y="0"/>
                  </a:moveTo>
                  <a:lnTo>
                    <a:pt x="68770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66775" y="9036244"/>
              <a:ext cx="6877050" cy="725170"/>
            </a:xfrm>
            <a:custGeom>
              <a:avLst/>
              <a:gdLst/>
              <a:ahLst/>
              <a:cxnLst/>
              <a:rect l="l" t="t" r="r" b="b"/>
              <a:pathLst>
                <a:path w="6877050" h="725170">
                  <a:moveTo>
                    <a:pt x="0" y="724828"/>
                  </a:moveTo>
                  <a:lnTo>
                    <a:pt x="376824" y="724828"/>
                  </a:lnTo>
                </a:path>
                <a:path w="6877050" h="725170">
                  <a:moveTo>
                    <a:pt x="817661" y="724828"/>
                  </a:moveTo>
                  <a:lnTo>
                    <a:pt x="6877049" y="724828"/>
                  </a:lnTo>
                </a:path>
                <a:path w="6877050" h="725170">
                  <a:moveTo>
                    <a:pt x="0" y="362414"/>
                  </a:moveTo>
                  <a:lnTo>
                    <a:pt x="376824" y="362414"/>
                  </a:lnTo>
                </a:path>
                <a:path w="6877050" h="725170">
                  <a:moveTo>
                    <a:pt x="817661" y="362414"/>
                  </a:moveTo>
                  <a:lnTo>
                    <a:pt x="6877049" y="362414"/>
                  </a:lnTo>
                </a:path>
                <a:path w="6877050" h="725170">
                  <a:moveTo>
                    <a:pt x="0" y="0"/>
                  </a:moveTo>
                  <a:lnTo>
                    <a:pt x="376824" y="0"/>
                  </a:lnTo>
                </a:path>
                <a:path w="6877050" h="725170">
                  <a:moveTo>
                    <a:pt x="817661" y="0"/>
                  </a:moveTo>
                  <a:lnTo>
                    <a:pt x="68770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66775" y="8673830"/>
              <a:ext cx="6877050" cy="0"/>
            </a:xfrm>
            <a:custGeom>
              <a:avLst/>
              <a:gdLst/>
              <a:ahLst/>
              <a:cxnLst/>
              <a:rect l="l" t="t" r="r" b="b"/>
              <a:pathLst>
                <a:path w="6877050">
                  <a:moveTo>
                    <a:pt x="0" y="0"/>
                  </a:moveTo>
                  <a:lnTo>
                    <a:pt x="68770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478879" y="100330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78879" y="9670684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0.2bn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78879" y="9308270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0.4bn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78879" y="8945856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0.6bn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78879" y="8583441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0.8bn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196887" y="10144125"/>
            <a:ext cx="565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electronics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190741" y="10144125"/>
            <a:ext cx="46100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furniture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167330" y="10144125"/>
            <a:ext cx="392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fashion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965475" y="10144125"/>
            <a:ext cx="6800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home_goods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120361" y="10144125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auto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071948" y="10144125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965491" y="10144125"/>
            <a:ext cx="3321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books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1243599" y="7696200"/>
            <a:ext cx="17273270" cy="2819400"/>
            <a:chOff x="1243599" y="7696200"/>
            <a:chExt cx="17273270" cy="2819400"/>
          </a:xfrm>
        </p:grpSpPr>
        <p:sp>
          <p:nvSpPr>
            <p:cNvPr id="108" name="object 108"/>
            <p:cNvSpPr/>
            <p:nvPr/>
          </p:nvSpPr>
          <p:spPr>
            <a:xfrm>
              <a:off x="1243596" y="8790889"/>
              <a:ext cx="6093460" cy="1328420"/>
            </a:xfrm>
            <a:custGeom>
              <a:avLst/>
              <a:gdLst/>
              <a:ahLst/>
              <a:cxnLst/>
              <a:rect l="l" t="t" r="r" b="b"/>
              <a:pathLst>
                <a:path w="6093459" h="1328420">
                  <a:moveTo>
                    <a:pt x="440829" y="0"/>
                  </a:moveTo>
                  <a:lnTo>
                    <a:pt x="0" y="0"/>
                  </a:lnTo>
                  <a:lnTo>
                    <a:pt x="0" y="1327835"/>
                  </a:lnTo>
                  <a:lnTo>
                    <a:pt x="440829" y="1327835"/>
                  </a:lnTo>
                  <a:lnTo>
                    <a:pt x="440829" y="0"/>
                  </a:lnTo>
                  <a:close/>
                </a:path>
                <a:path w="6093459" h="1328420">
                  <a:moveTo>
                    <a:pt x="1382890" y="1130160"/>
                  </a:moveTo>
                  <a:lnTo>
                    <a:pt x="942060" y="1130160"/>
                  </a:lnTo>
                  <a:lnTo>
                    <a:pt x="942060" y="1327835"/>
                  </a:lnTo>
                  <a:lnTo>
                    <a:pt x="1382890" y="1327835"/>
                  </a:lnTo>
                  <a:lnTo>
                    <a:pt x="1382890" y="1130160"/>
                  </a:lnTo>
                  <a:close/>
                </a:path>
                <a:path w="6093459" h="1328420">
                  <a:moveTo>
                    <a:pt x="2324951" y="1204950"/>
                  </a:moveTo>
                  <a:lnTo>
                    <a:pt x="1884121" y="1204950"/>
                  </a:lnTo>
                  <a:lnTo>
                    <a:pt x="1884121" y="1327835"/>
                  </a:lnTo>
                  <a:lnTo>
                    <a:pt x="2324951" y="1327835"/>
                  </a:lnTo>
                  <a:lnTo>
                    <a:pt x="2324951" y="1204950"/>
                  </a:lnTo>
                  <a:close/>
                </a:path>
                <a:path w="6093459" h="1328420">
                  <a:moveTo>
                    <a:pt x="3267011" y="1266444"/>
                  </a:moveTo>
                  <a:lnTo>
                    <a:pt x="2826181" y="1266444"/>
                  </a:lnTo>
                  <a:lnTo>
                    <a:pt x="2826181" y="1327835"/>
                  </a:lnTo>
                  <a:lnTo>
                    <a:pt x="3267011" y="1327835"/>
                  </a:lnTo>
                  <a:lnTo>
                    <a:pt x="3267011" y="1266444"/>
                  </a:lnTo>
                  <a:close/>
                </a:path>
                <a:path w="6093459" h="1328420">
                  <a:moveTo>
                    <a:pt x="4209084" y="1289380"/>
                  </a:moveTo>
                  <a:lnTo>
                    <a:pt x="3768242" y="1289380"/>
                  </a:lnTo>
                  <a:lnTo>
                    <a:pt x="3768242" y="1327835"/>
                  </a:lnTo>
                  <a:lnTo>
                    <a:pt x="4209084" y="1327835"/>
                  </a:lnTo>
                  <a:lnTo>
                    <a:pt x="4209084" y="1289380"/>
                  </a:lnTo>
                  <a:close/>
                </a:path>
                <a:path w="6093459" h="1328420">
                  <a:moveTo>
                    <a:pt x="5151145" y="1305026"/>
                  </a:moveTo>
                  <a:lnTo>
                    <a:pt x="4710303" y="1305026"/>
                  </a:lnTo>
                  <a:lnTo>
                    <a:pt x="4710303" y="1327835"/>
                  </a:lnTo>
                  <a:lnTo>
                    <a:pt x="5151145" y="1327835"/>
                  </a:lnTo>
                  <a:lnTo>
                    <a:pt x="5151145" y="1305026"/>
                  </a:lnTo>
                  <a:close/>
                </a:path>
                <a:path w="6093459" h="1328420">
                  <a:moveTo>
                    <a:pt x="6093206" y="1317409"/>
                  </a:moveTo>
                  <a:lnTo>
                    <a:pt x="5652363" y="1317409"/>
                  </a:lnTo>
                  <a:lnTo>
                    <a:pt x="5652363" y="1327835"/>
                  </a:lnTo>
                  <a:lnTo>
                    <a:pt x="6093206" y="1327835"/>
                  </a:lnTo>
                  <a:lnTo>
                    <a:pt x="6093206" y="1317409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10512" y="7700962"/>
              <a:ext cx="10601325" cy="2809875"/>
            </a:xfrm>
            <a:custGeom>
              <a:avLst/>
              <a:gdLst/>
              <a:ahLst/>
              <a:cxnLst/>
              <a:rect l="l" t="t" r="r" b="b"/>
              <a:pathLst>
                <a:path w="10601325" h="2809875">
                  <a:moveTo>
                    <a:pt x="10534575" y="2809874"/>
                  </a:moveTo>
                  <a:lnTo>
                    <a:pt x="66746" y="2809874"/>
                  </a:lnTo>
                  <a:lnTo>
                    <a:pt x="62101" y="2809416"/>
                  </a:lnTo>
                  <a:lnTo>
                    <a:pt x="24240" y="2792267"/>
                  </a:lnTo>
                  <a:lnTo>
                    <a:pt x="2287" y="2756974"/>
                  </a:lnTo>
                  <a:lnTo>
                    <a:pt x="0" y="2743127"/>
                  </a:lnTo>
                  <a:lnTo>
                    <a:pt x="0" y="27384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0534575" y="0"/>
                  </a:lnTo>
                  <a:lnTo>
                    <a:pt x="10573473" y="14645"/>
                  </a:lnTo>
                  <a:lnTo>
                    <a:pt x="10597679" y="48433"/>
                  </a:lnTo>
                  <a:lnTo>
                    <a:pt x="10601324" y="66746"/>
                  </a:lnTo>
                  <a:lnTo>
                    <a:pt x="10601324" y="2743127"/>
                  </a:lnTo>
                  <a:lnTo>
                    <a:pt x="10586677" y="2782025"/>
                  </a:lnTo>
                  <a:lnTo>
                    <a:pt x="10552889" y="2806231"/>
                  </a:lnTo>
                  <a:lnTo>
                    <a:pt x="10539220" y="2809416"/>
                  </a:lnTo>
                  <a:lnTo>
                    <a:pt x="10534575" y="2809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910512" y="7700962"/>
              <a:ext cx="10601325" cy="2809875"/>
            </a:xfrm>
            <a:custGeom>
              <a:avLst/>
              <a:gdLst/>
              <a:ahLst/>
              <a:cxnLst/>
              <a:rect l="l" t="t" r="r" b="b"/>
              <a:pathLst>
                <a:path w="10601325" h="2809875">
                  <a:moveTo>
                    <a:pt x="0" y="27384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0529886" y="0"/>
                  </a:lnTo>
                  <a:lnTo>
                    <a:pt x="10534575" y="0"/>
                  </a:lnTo>
                  <a:lnTo>
                    <a:pt x="10539220" y="457"/>
                  </a:lnTo>
                  <a:lnTo>
                    <a:pt x="10543821" y="1372"/>
                  </a:lnTo>
                  <a:lnTo>
                    <a:pt x="10548422" y="2287"/>
                  </a:lnTo>
                  <a:lnTo>
                    <a:pt x="10583715" y="24240"/>
                  </a:lnTo>
                  <a:lnTo>
                    <a:pt x="10600866" y="62101"/>
                  </a:lnTo>
                  <a:lnTo>
                    <a:pt x="10601324" y="66746"/>
                  </a:lnTo>
                  <a:lnTo>
                    <a:pt x="10601324" y="71437"/>
                  </a:lnTo>
                  <a:lnTo>
                    <a:pt x="10601324" y="2738437"/>
                  </a:lnTo>
                  <a:lnTo>
                    <a:pt x="10601324" y="2743127"/>
                  </a:lnTo>
                  <a:lnTo>
                    <a:pt x="10600866" y="2747773"/>
                  </a:lnTo>
                  <a:lnTo>
                    <a:pt x="10583715" y="2785634"/>
                  </a:lnTo>
                  <a:lnTo>
                    <a:pt x="10548422" y="2807586"/>
                  </a:lnTo>
                  <a:lnTo>
                    <a:pt x="10543821" y="2808501"/>
                  </a:lnTo>
                  <a:lnTo>
                    <a:pt x="10539220" y="2809416"/>
                  </a:lnTo>
                  <a:lnTo>
                    <a:pt x="10534575" y="2809874"/>
                  </a:lnTo>
                  <a:lnTo>
                    <a:pt x="10529886" y="2809874"/>
                  </a:lnTo>
                  <a:lnTo>
                    <a:pt x="71437" y="2809874"/>
                  </a:lnTo>
                  <a:lnTo>
                    <a:pt x="66746" y="2809874"/>
                  </a:lnTo>
                  <a:lnTo>
                    <a:pt x="62101" y="2809416"/>
                  </a:lnTo>
                  <a:lnTo>
                    <a:pt x="57500" y="2808501"/>
                  </a:lnTo>
                  <a:lnTo>
                    <a:pt x="52900" y="2807586"/>
                  </a:lnTo>
                  <a:lnTo>
                    <a:pt x="31748" y="2797835"/>
                  </a:lnTo>
                  <a:lnTo>
                    <a:pt x="27848" y="2795229"/>
                  </a:lnTo>
                  <a:lnTo>
                    <a:pt x="3642" y="2761441"/>
                  </a:lnTo>
                  <a:lnTo>
                    <a:pt x="1372" y="2752373"/>
                  </a:lnTo>
                  <a:lnTo>
                    <a:pt x="457" y="2747773"/>
                  </a:lnTo>
                  <a:lnTo>
                    <a:pt x="0" y="2743127"/>
                  </a:lnTo>
                  <a:lnTo>
                    <a:pt x="0" y="273843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1280611" y="8574378"/>
            <a:ext cx="367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0.73bn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222673" y="9704537"/>
            <a:ext cx="367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0.11bn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164735" y="9779321"/>
            <a:ext cx="367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0.07bn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106797" y="9840820"/>
            <a:ext cx="367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0.03bn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048858" y="9863759"/>
            <a:ext cx="367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0.02bn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990919" y="9879408"/>
            <a:ext cx="367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0.01bn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932981" y="9891790"/>
            <a:ext cx="367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0.01bn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2009783" y="7781987"/>
            <a:ext cx="24218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Monthly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 </a:t>
            </a:r>
            <a:r>
              <a:rPr sz="2000" spc="-100" dirty="0">
                <a:solidFill>
                  <a:srgbClr val="242424"/>
                </a:solidFill>
                <a:latin typeface="Tahoma"/>
                <a:cs typeface="Tahoma"/>
              </a:rPr>
              <a:t>Trend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8054975" y="8112125"/>
            <a:ext cx="1979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Total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Month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Year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8453437" y="8989218"/>
            <a:ext cx="9906000" cy="720090"/>
            <a:chOff x="8453437" y="8989218"/>
            <a:chExt cx="9906000" cy="720090"/>
          </a:xfrm>
        </p:grpSpPr>
        <p:sp>
          <p:nvSpPr>
            <p:cNvPr id="121" name="object 121"/>
            <p:cNvSpPr/>
            <p:nvPr/>
          </p:nvSpPr>
          <p:spPr>
            <a:xfrm>
              <a:off x="8458200" y="9704386"/>
              <a:ext cx="9896475" cy="0"/>
            </a:xfrm>
            <a:custGeom>
              <a:avLst/>
              <a:gdLst/>
              <a:ahLst/>
              <a:cxnLst/>
              <a:rect l="l" t="t" r="r" b="b"/>
              <a:pathLst>
                <a:path w="9896475">
                  <a:moveTo>
                    <a:pt x="0" y="0"/>
                  </a:moveTo>
                  <a:lnTo>
                    <a:pt x="98964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458200" y="8993981"/>
              <a:ext cx="9896475" cy="0"/>
            </a:xfrm>
            <a:custGeom>
              <a:avLst/>
              <a:gdLst/>
              <a:ahLst/>
              <a:cxnLst/>
              <a:rect l="l" t="t" r="r" b="b"/>
              <a:pathLst>
                <a:path w="9896475">
                  <a:moveTo>
                    <a:pt x="0" y="0"/>
                  </a:moveTo>
                  <a:lnTo>
                    <a:pt x="98964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611633" y="9341513"/>
              <a:ext cx="9589770" cy="328295"/>
            </a:xfrm>
            <a:custGeom>
              <a:avLst/>
              <a:gdLst/>
              <a:ahLst/>
              <a:cxnLst/>
              <a:rect l="l" t="t" r="r" b="b"/>
              <a:pathLst>
                <a:path w="9589769" h="328295">
                  <a:moveTo>
                    <a:pt x="0" y="279156"/>
                  </a:moveTo>
                  <a:lnTo>
                    <a:pt x="47948" y="279094"/>
                  </a:lnTo>
                  <a:lnTo>
                    <a:pt x="95896" y="279009"/>
                  </a:lnTo>
                  <a:lnTo>
                    <a:pt x="143844" y="278881"/>
                  </a:lnTo>
                  <a:lnTo>
                    <a:pt x="191792" y="278687"/>
                  </a:lnTo>
                  <a:lnTo>
                    <a:pt x="239740" y="277934"/>
                  </a:lnTo>
                  <a:lnTo>
                    <a:pt x="287688" y="276581"/>
                  </a:lnTo>
                  <a:lnTo>
                    <a:pt x="335636" y="275286"/>
                  </a:lnTo>
                  <a:lnTo>
                    <a:pt x="383584" y="274709"/>
                  </a:lnTo>
                  <a:lnTo>
                    <a:pt x="431532" y="275690"/>
                  </a:lnTo>
                  <a:lnTo>
                    <a:pt x="479480" y="277848"/>
                  </a:lnTo>
                  <a:lnTo>
                    <a:pt x="527428" y="280006"/>
                  </a:lnTo>
                  <a:lnTo>
                    <a:pt x="575376" y="280987"/>
                  </a:lnTo>
                  <a:lnTo>
                    <a:pt x="623324" y="276618"/>
                  </a:lnTo>
                  <a:lnTo>
                    <a:pt x="671272" y="267007"/>
                  </a:lnTo>
                  <a:lnTo>
                    <a:pt x="719220" y="257395"/>
                  </a:lnTo>
                  <a:lnTo>
                    <a:pt x="767168" y="253026"/>
                  </a:lnTo>
                  <a:lnTo>
                    <a:pt x="815116" y="256770"/>
                  </a:lnTo>
                  <a:lnTo>
                    <a:pt x="863064" y="265005"/>
                  </a:lnTo>
                  <a:lnTo>
                    <a:pt x="911012" y="273241"/>
                  </a:lnTo>
                  <a:lnTo>
                    <a:pt x="958960" y="276984"/>
                  </a:lnTo>
                  <a:lnTo>
                    <a:pt x="1006908" y="273354"/>
                  </a:lnTo>
                  <a:lnTo>
                    <a:pt x="1054856" y="265156"/>
                  </a:lnTo>
                  <a:lnTo>
                    <a:pt x="1102804" y="256426"/>
                  </a:lnTo>
                  <a:lnTo>
                    <a:pt x="1150752" y="251203"/>
                  </a:lnTo>
                  <a:lnTo>
                    <a:pt x="1198700" y="249344"/>
                  </a:lnTo>
                  <a:lnTo>
                    <a:pt x="1246648" y="248017"/>
                  </a:lnTo>
                  <a:lnTo>
                    <a:pt x="1294596" y="247220"/>
                  </a:lnTo>
                  <a:lnTo>
                    <a:pt x="1342544" y="246955"/>
                  </a:lnTo>
                  <a:lnTo>
                    <a:pt x="1390492" y="251340"/>
                  </a:lnTo>
                  <a:lnTo>
                    <a:pt x="1438441" y="261125"/>
                  </a:lnTo>
                  <a:lnTo>
                    <a:pt x="1486389" y="271249"/>
                  </a:lnTo>
                  <a:lnTo>
                    <a:pt x="1534337" y="276653"/>
                  </a:lnTo>
                  <a:lnTo>
                    <a:pt x="1582285" y="277840"/>
                  </a:lnTo>
                  <a:lnTo>
                    <a:pt x="1630233" y="278688"/>
                  </a:lnTo>
                  <a:lnTo>
                    <a:pt x="1678181" y="279197"/>
                  </a:lnTo>
                  <a:lnTo>
                    <a:pt x="1726129" y="279366"/>
                  </a:lnTo>
                  <a:lnTo>
                    <a:pt x="1750103" y="267525"/>
                  </a:lnTo>
                  <a:lnTo>
                    <a:pt x="1774077" y="236293"/>
                  </a:lnTo>
                  <a:lnTo>
                    <a:pt x="1798051" y="192111"/>
                  </a:lnTo>
                  <a:lnTo>
                    <a:pt x="1822025" y="141418"/>
                  </a:lnTo>
                  <a:lnTo>
                    <a:pt x="1845999" y="90652"/>
                  </a:lnTo>
                  <a:lnTo>
                    <a:pt x="1869973" y="46253"/>
                  </a:lnTo>
                  <a:lnTo>
                    <a:pt x="1893947" y="14660"/>
                  </a:lnTo>
                  <a:lnTo>
                    <a:pt x="1965869" y="1301"/>
                  </a:lnTo>
                  <a:lnTo>
                    <a:pt x="2013817" y="578"/>
                  </a:lnTo>
                  <a:lnTo>
                    <a:pt x="2061765" y="144"/>
                  </a:lnTo>
                  <a:lnTo>
                    <a:pt x="2109713" y="0"/>
                  </a:lnTo>
                  <a:lnTo>
                    <a:pt x="2131023" y="11169"/>
                  </a:lnTo>
                  <a:lnTo>
                    <a:pt x="2152333" y="41107"/>
                  </a:lnTo>
                  <a:lnTo>
                    <a:pt x="2173644" y="84455"/>
                  </a:lnTo>
                  <a:lnTo>
                    <a:pt x="2194954" y="135855"/>
                  </a:lnTo>
                  <a:lnTo>
                    <a:pt x="2216264" y="189951"/>
                  </a:lnTo>
                  <a:lnTo>
                    <a:pt x="2237574" y="241384"/>
                  </a:lnTo>
                  <a:lnTo>
                    <a:pt x="2258885" y="284798"/>
                  </a:lnTo>
                  <a:lnTo>
                    <a:pt x="2301505" y="326135"/>
                  </a:lnTo>
                  <a:lnTo>
                    <a:pt x="2349453" y="326425"/>
                  </a:lnTo>
                  <a:lnTo>
                    <a:pt x="2397401" y="326633"/>
                  </a:lnTo>
                  <a:lnTo>
                    <a:pt x="2445349" y="326758"/>
                  </a:lnTo>
                  <a:lnTo>
                    <a:pt x="2493297" y="326799"/>
                  </a:lnTo>
                  <a:lnTo>
                    <a:pt x="2541245" y="326722"/>
                  </a:lnTo>
                  <a:lnTo>
                    <a:pt x="2589193" y="326551"/>
                  </a:lnTo>
                  <a:lnTo>
                    <a:pt x="2637141" y="326379"/>
                  </a:lnTo>
                  <a:lnTo>
                    <a:pt x="2685089" y="326302"/>
                  </a:lnTo>
                  <a:lnTo>
                    <a:pt x="2733037" y="326325"/>
                  </a:lnTo>
                  <a:lnTo>
                    <a:pt x="2780985" y="326378"/>
                  </a:lnTo>
                  <a:lnTo>
                    <a:pt x="2828933" y="326430"/>
                  </a:lnTo>
                  <a:lnTo>
                    <a:pt x="2876881" y="326453"/>
                  </a:lnTo>
                  <a:lnTo>
                    <a:pt x="2924829" y="324537"/>
                  </a:lnTo>
                  <a:lnTo>
                    <a:pt x="2972778" y="320320"/>
                  </a:lnTo>
                  <a:lnTo>
                    <a:pt x="3020726" y="316104"/>
                  </a:lnTo>
                  <a:lnTo>
                    <a:pt x="3068674" y="314187"/>
                  </a:lnTo>
                  <a:lnTo>
                    <a:pt x="3116622" y="316044"/>
                  </a:lnTo>
                  <a:lnTo>
                    <a:pt x="3164570" y="320130"/>
                  </a:lnTo>
                  <a:lnTo>
                    <a:pt x="3212518" y="324216"/>
                  </a:lnTo>
                  <a:lnTo>
                    <a:pt x="3260466" y="326073"/>
                  </a:lnTo>
                  <a:lnTo>
                    <a:pt x="3308414" y="324008"/>
                  </a:lnTo>
                  <a:lnTo>
                    <a:pt x="3356362" y="319465"/>
                  </a:lnTo>
                  <a:lnTo>
                    <a:pt x="3404310" y="314921"/>
                  </a:lnTo>
                  <a:lnTo>
                    <a:pt x="3452258" y="312856"/>
                  </a:lnTo>
                  <a:lnTo>
                    <a:pt x="3500206" y="312863"/>
                  </a:lnTo>
                  <a:lnTo>
                    <a:pt x="3548154" y="312882"/>
                  </a:lnTo>
                  <a:lnTo>
                    <a:pt x="3596102" y="312914"/>
                  </a:lnTo>
                  <a:lnTo>
                    <a:pt x="3644050" y="312959"/>
                  </a:lnTo>
                  <a:lnTo>
                    <a:pt x="3691998" y="314815"/>
                  </a:lnTo>
                  <a:lnTo>
                    <a:pt x="3739946" y="318899"/>
                  </a:lnTo>
                  <a:lnTo>
                    <a:pt x="3787894" y="323143"/>
                  </a:lnTo>
                  <a:lnTo>
                    <a:pt x="3835842" y="325478"/>
                  </a:lnTo>
                  <a:lnTo>
                    <a:pt x="3883790" y="326083"/>
                  </a:lnTo>
                  <a:lnTo>
                    <a:pt x="3931738" y="326515"/>
                  </a:lnTo>
                  <a:lnTo>
                    <a:pt x="3979686" y="326775"/>
                  </a:lnTo>
                  <a:lnTo>
                    <a:pt x="4027634" y="326861"/>
                  </a:lnTo>
                  <a:lnTo>
                    <a:pt x="4065993" y="315217"/>
                  </a:lnTo>
                  <a:lnTo>
                    <a:pt x="4104351" y="287450"/>
                  </a:lnTo>
                  <a:lnTo>
                    <a:pt x="4142710" y="254309"/>
                  </a:lnTo>
                  <a:lnTo>
                    <a:pt x="4181068" y="226542"/>
                  </a:lnTo>
                  <a:lnTo>
                    <a:pt x="4219426" y="214898"/>
                  </a:lnTo>
                  <a:lnTo>
                    <a:pt x="4267374" y="215434"/>
                  </a:lnTo>
                  <a:lnTo>
                    <a:pt x="4315322" y="217041"/>
                  </a:lnTo>
                  <a:lnTo>
                    <a:pt x="4363270" y="219720"/>
                  </a:lnTo>
                  <a:lnTo>
                    <a:pt x="4411219" y="223470"/>
                  </a:lnTo>
                  <a:lnTo>
                    <a:pt x="4449577" y="235836"/>
                  </a:lnTo>
                  <a:lnTo>
                    <a:pt x="4487936" y="260443"/>
                  </a:lnTo>
                  <a:lnTo>
                    <a:pt x="4526294" y="288842"/>
                  </a:lnTo>
                  <a:lnTo>
                    <a:pt x="4564652" y="312583"/>
                  </a:lnTo>
                  <a:lnTo>
                    <a:pt x="4603011" y="323219"/>
                  </a:lnTo>
                  <a:lnTo>
                    <a:pt x="4650959" y="324603"/>
                  </a:lnTo>
                  <a:lnTo>
                    <a:pt x="4698907" y="325592"/>
                  </a:lnTo>
                  <a:lnTo>
                    <a:pt x="4746855" y="326186"/>
                  </a:lnTo>
                  <a:lnTo>
                    <a:pt x="4794803" y="326384"/>
                  </a:lnTo>
                  <a:lnTo>
                    <a:pt x="4842751" y="326375"/>
                  </a:lnTo>
                  <a:lnTo>
                    <a:pt x="4890699" y="326351"/>
                  </a:lnTo>
                  <a:lnTo>
                    <a:pt x="4938647" y="326311"/>
                  </a:lnTo>
                  <a:lnTo>
                    <a:pt x="4986595" y="326254"/>
                  </a:lnTo>
                  <a:lnTo>
                    <a:pt x="5034543" y="326125"/>
                  </a:lnTo>
                  <a:lnTo>
                    <a:pt x="5082491" y="325850"/>
                  </a:lnTo>
                  <a:lnTo>
                    <a:pt x="5130439" y="325405"/>
                  </a:lnTo>
                  <a:lnTo>
                    <a:pt x="5178387" y="324766"/>
                  </a:lnTo>
                  <a:lnTo>
                    <a:pt x="5226335" y="323015"/>
                  </a:lnTo>
                  <a:lnTo>
                    <a:pt x="5274283" y="320129"/>
                  </a:lnTo>
                  <a:lnTo>
                    <a:pt x="5322231" y="317428"/>
                  </a:lnTo>
                  <a:lnTo>
                    <a:pt x="5370179" y="316235"/>
                  </a:lnTo>
                  <a:lnTo>
                    <a:pt x="5418127" y="317517"/>
                  </a:lnTo>
                  <a:lnTo>
                    <a:pt x="5466075" y="320339"/>
                  </a:lnTo>
                  <a:lnTo>
                    <a:pt x="5514023" y="323160"/>
                  </a:lnTo>
                  <a:lnTo>
                    <a:pt x="5561972" y="324443"/>
                  </a:lnTo>
                  <a:lnTo>
                    <a:pt x="5609920" y="322711"/>
                  </a:lnTo>
                  <a:lnTo>
                    <a:pt x="5657868" y="318900"/>
                  </a:lnTo>
                  <a:lnTo>
                    <a:pt x="5705816" y="315089"/>
                  </a:lnTo>
                  <a:lnTo>
                    <a:pt x="5753763" y="313357"/>
                  </a:lnTo>
                  <a:lnTo>
                    <a:pt x="5801712" y="313441"/>
                  </a:lnTo>
                  <a:lnTo>
                    <a:pt x="5849660" y="313692"/>
                  </a:lnTo>
                  <a:lnTo>
                    <a:pt x="5897608" y="314110"/>
                  </a:lnTo>
                  <a:lnTo>
                    <a:pt x="5945556" y="314697"/>
                  </a:lnTo>
                  <a:lnTo>
                    <a:pt x="5993504" y="317165"/>
                  </a:lnTo>
                  <a:lnTo>
                    <a:pt x="6041452" y="321731"/>
                  </a:lnTo>
                  <a:lnTo>
                    <a:pt x="6089400" y="326145"/>
                  </a:lnTo>
                  <a:lnTo>
                    <a:pt x="6137348" y="328158"/>
                  </a:lnTo>
                  <a:lnTo>
                    <a:pt x="6185296" y="328214"/>
                  </a:lnTo>
                  <a:lnTo>
                    <a:pt x="6233244" y="328254"/>
                  </a:lnTo>
                  <a:lnTo>
                    <a:pt x="6281192" y="328278"/>
                  </a:lnTo>
                  <a:lnTo>
                    <a:pt x="6329140" y="328286"/>
                  </a:lnTo>
                  <a:lnTo>
                    <a:pt x="6367498" y="316929"/>
                  </a:lnTo>
                  <a:lnTo>
                    <a:pt x="6405857" y="289849"/>
                  </a:lnTo>
                  <a:lnTo>
                    <a:pt x="6444215" y="257527"/>
                  </a:lnTo>
                  <a:lnTo>
                    <a:pt x="6482574" y="230447"/>
                  </a:lnTo>
                  <a:lnTo>
                    <a:pt x="6520932" y="219091"/>
                  </a:lnTo>
                  <a:lnTo>
                    <a:pt x="6568880" y="219303"/>
                  </a:lnTo>
                  <a:lnTo>
                    <a:pt x="6616828" y="219939"/>
                  </a:lnTo>
                  <a:lnTo>
                    <a:pt x="6664776" y="220999"/>
                  </a:lnTo>
                  <a:lnTo>
                    <a:pt x="6712724" y="222483"/>
                  </a:lnTo>
                  <a:lnTo>
                    <a:pt x="6760672" y="231749"/>
                  </a:lnTo>
                  <a:lnTo>
                    <a:pt x="6808620" y="250042"/>
                  </a:lnTo>
                  <a:lnTo>
                    <a:pt x="6856568" y="268194"/>
                  </a:lnTo>
                  <a:lnTo>
                    <a:pt x="6904516" y="277034"/>
                  </a:lnTo>
                  <a:lnTo>
                    <a:pt x="6952465" y="277921"/>
                  </a:lnTo>
                  <a:lnTo>
                    <a:pt x="7000413" y="278458"/>
                  </a:lnTo>
                  <a:lnTo>
                    <a:pt x="7048361" y="278848"/>
                  </a:lnTo>
                  <a:lnTo>
                    <a:pt x="7096309" y="279293"/>
                  </a:lnTo>
                  <a:lnTo>
                    <a:pt x="7144257" y="279921"/>
                  </a:lnTo>
                  <a:lnTo>
                    <a:pt x="7192205" y="280600"/>
                  </a:lnTo>
                  <a:lnTo>
                    <a:pt x="7240153" y="281142"/>
                  </a:lnTo>
                  <a:lnTo>
                    <a:pt x="7288101" y="281365"/>
                  </a:lnTo>
                  <a:lnTo>
                    <a:pt x="7336049" y="281030"/>
                  </a:lnTo>
                  <a:lnTo>
                    <a:pt x="7383997" y="280026"/>
                  </a:lnTo>
                  <a:lnTo>
                    <a:pt x="7431945" y="278353"/>
                  </a:lnTo>
                  <a:lnTo>
                    <a:pt x="7479893" y="276011"/>
                  </a:lnTo>
                  <a:lnTo>
                    <a:pt x="7527841" y="270884"/>
                  </a:lnTo>
                  <a:lnTo>
                    <a:pt x="7575789" y="263085"/>
                  </a:lnTo>
                  <a:lnTo>
                    <a:pt x="7623737" y="255955"/>
                  </a:lnTo>
                  <a:lnTo>
                    <a:pt x="7671685" y="252836"/>
                  </a:lnTo>
                  <a:lnTo>
                    <a:pt x="7719633" y="256863"/>
                  </a:lnTo>
                  <a:lnTo>
                    <a:pt x="7767581" y="265720"/>
                  </a:lnTo>
                  <a:lnTo>
                    <a:pt x="7815529" y="274578"/>
                  </a:lnTo>
                  <a:lnTo>
                    <a:pt x="7863477" y="278604"/>
                  </a:lnTo>
                  <a:lnTo>
                    <a:pt x="7911425" y="273430"/>
                  </a:lnTo>
                  <a:lnTo>
                    <a:pt x="7959373" y="262047"/>
                  </a:lnTo>
                  <a:lnTo>
                    <a:pt x="8007321" y="250663"/>
                  </a:lnTo>
                  <a:lnTo>
                    <a:pt x="8055269" y="245489"/>
                  </a:lnTo>
                  <a:lnTo>
                    <a:pt x="8103217" y="245924"/>
                  </a:lnTo>
                  <a:lnTo>
                    <a:pt x="8151165" y="247229"/>
                  </a:lnTo>
                  <a:lnTo>
                    <a:pt x="8199113" y="249405"/>
                  </a:lnTo>
                  <a:lnTo>
                    <a:pt x="8247061" y="252452"/>
                  </a:lnTo>
                  <a:lnTo>
                    <a:pt x="8295009" y="258360"/>
                  </a:lnTo>
                  <a:lnTo>
                    <a:pt x="8342957" y="266831"/>
                  </a:lnTo>
                  <a:lnTo>
                    <a:pt x="8390906" y="274433"/>
                  </a:lnTo>
                  <a:lnTo>
                    <a:pt x="8438853" y="277730"/>
                  </a:lnTo>
                  <a:lnTo>
                    <a:pt x="8486802" y="277632"/>
                  </a:lnTo>
                  <a:lnTo>
                    <a:pt x="8534750" y="277338"/>
                  </a:lnTo>
                  <a:lnTo>
                    <a:pt x="8582698" y="276848"/>
                  </a:lnTo>
                  <a:lnTo>
                    <a:pt x="8630646" y="276163"/>
                  </a:lnTo>
                  <a:lnTo>
                    <a:pt x="8678594" y="236821"/>
                  </a:lnTo>
                  <a:lnTo>
                    <a:pt x="8702568" y="196702"/>
                  </a:lnTo>
                  <a:lnTo>
                    <a:pt x="8726542" y="150479"/>
                  </a:lnTo>
                  <a:lnTo>
                    <a:pt x="8750516" y="103798"/>
                  </a:lnTo>
                  <a:lnTo>
                    <a:pt x="8774490" y="62308"/>
                  </a:lnTo>
                  <a:lnTo>
                    <a:pt x="8798464" y="31653"/>
                  </a:lnTo>
                  <a:lnTo>
                    <a:pt x="8870386" y="10395"/>
                  </a:lnTo>
                  <a:lnTo>
                    <a:pt x="8918334" y="5334"/>
                  </a:lnTo>
                  <a:lnTo>
                    <a:pt x="8966282" y="2297"/>
                  </a:lnTo>
                  <a:lnTo>
                    <a:pt x="9014230" y="1285"/>
                  </a:lnTo>
                  <a:lnTo>
                    <a:pt x="9041629" y="14340"/>
                  </a:lnTo>
                  <a:lnTo>
                    <a:pt x="9069028" y="48008"/>
                  </a:lnTo>
                  <a:lnTo>
                    <a:pt x="9096427" y="94044"/>
                  </a:lnTo>
                  <a:lnTo>
                    <a:pt x="9123825" y="144203"/>
                  </a:lnTo>
                  <a:lnTo>
                    <a:pt x="9151224" y="190239"/>
                  </a:lnTo>
                  <a:lnTo>
                    <a:pt x="9178623" y="223907"/>
                  </a:lnTo>
                  <a:lnTo>
                    <a:pt x="9206022" y="236962"/>
                  </a:lnTo>
                  <a:lnTo>
                    <a:pt x="9253970" y="236824"/>
                  </a:lnTo>
                  <a:lnTo>
                    <a:pt x="9301918" y="236522"/>
                  </a:lnTo>
                  <a:lnTo>
                    <a:pt x="9349866" y="236220"/>
                  </a:lnTo>
                  <a:lnTo>
                    <a:pt x="9397814" y="236082"/>
                  </a:lnTo>
                  <a:lnTo>
                    <a:pt x="9445762" y="236400"/>
                  </a:lnTo>
                  <a:lnTo>
                    <a:pt x="9493710" y="237239"/>
                  </a:lnTo>
                  <a:lnTo>
                    <a:pt x="9541658" y="238425"/>
                  </a:lnTo>
                  <a:lnTo>
                    <a:pt x="9589606" y="239784"/>
                  </a:lnTo>
                </a:path>
              </a:pathLst>
            </a:custGeom>
            <a:ln w="2857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8124328" y="9613998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8062714" y="8903592"/>
            <a:ext cx="313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$50M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8515626" y="9747329"/>
            <a:ext cx="9767570" cy="44132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7469546" y="9126294"/>
            <a:ext cx="313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$25M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0979418" y="9451808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2674741" y="9339907"/>
            <a:ext cx="313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$10M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14815263" y="9344099"/>
            <a:ext cx="474345" cy="271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">
              <a:lnSpc>
                <a:spcPts val="969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$10M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969"/>
              </a:lnSpc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3280925" y="9451392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9445081" y="9401992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9064157" y="9507575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$7M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13856301" y="9441243"/>
            <a:ext cx="635000" cy="290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040"/>
              </a:lnSpc>
              <a:spcBef>
                <a:spcPts val="100"/>
              </a:spcBef>
              <a:tabLst>
                <a:tab pos="382905" algn="l"/>
              </a:tabLst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$3M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$3M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ts val="1040"/>
              </a:lnSpc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8486121" y="9404164"/>
            <a:ext cx="635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5605" algn="l"/>
              </a:tabLst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350" spc="-37" baseline="3086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1350" baseline="3086">
              <a:latin typeface="Segoe UI"/>
              <a:cs typeface="Segoe UI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1363004" y="9439195"/>
            <a:ext cx="826769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>
              <a:lnSpc>
                <a:spcPts val="1050"/>
              </a:lnSpc>
              <a:spcBef>
                <a:spcPts val="100"/>
              </a:spcBef>
              <a:tabLst>
                <a:tab pos="588010" algn="l"/>
              </a:tabLst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$3M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$3M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50"/>
              </a:lnSpc>
              <a:tabLst>
                <a:tab pos="395605" algn="l"/>
              </a:tabLst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5390638" y="9402043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8488781" y="9533235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826007" y="9371963"/>
            <a:ext cx="254000" cy="29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ts val="1065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$8M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65"/>
              </a:lnSpc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$8M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10209592" y="9404375"/>
            <a:ext cx="25400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ts val="104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40"/>
              </a:lnSpc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10565027" y="9125008"/>
            <a:ext cx="341630" cy="29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$25M</a:t>
            </a:r>
            <a:endParaRPr sz="900">
              <a:latin typeface="Segoe UI"/>
              <a:cs typeface="Segoe UI"/>
            </a:endParaRPr>
          </a:p>
          <a:p>
            <a:pPr marL="40640">
              <a:lnSpc>
                <a:spcPts val="1060"/>
              </a:lnSpc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$25M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7692144" y="9364792"/>
            <a:ext cx="635000" cy="28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035"/>
              </a:lnSpc>
              <a:spcBef>
                <a:spcPts val="100"/>
              </a:spcBef>
              <a:tabLst>
                <a:tab pos="382905" algn="l"/>
              </a:tabLst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$9M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$8M</a:t>
            </a:r>
            <a:endParaRPr sz="900">
              <a:latin typeface="Segoe UI"/>
              <a:cs typeface="Segoe UI"/>
            </a:endParaRPr>
          </a:p>
          <a:p>
            <a:pPr marR="7620" algn="r">
              <a:lnSpc>
                <a:spcPts val="1035"/>
              </a:lnSpc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$9M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15746164" y="9359007"/>
            <a:ext cx="1072515" cy="33782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245"/>
              </a:spcBef>
              <a:tabLst>
                <a:tab pos="424180" algn="l"/>
                <a:tab pos="807720" algn="l"/>
              </a:tabLst>
            </a:pPr>
            <a:r>
              <a:rPr sz="1350" spc="-37" baseline="-12345" dirty="0">
                <a:solidFill>
                  <a:srgbClr val="616161"/>
                </a:solidFill>
                <a:latin typeface="Segoe UI"/>
                <a:cs typeface="Segoe UI"/>
              </a:rPr>
              <a:t>$5M</a:t>
            </a:r>
            <a:r>
              <a:rPr sz="1350" baseline="-12345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$7M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350" spc="-37" baseline="3086" dirty="0">
                <a:solidFill>
                  <a:srgbClr val="616161"/>
                </a:solidFill>
                <a:latin typeface="Segoe UI"/>
                <a:cs typeface="Segoe UI"/>
              </a:rPr>
              <a:t>$8M</a:t>
            </a:r>
            <a:endParaRPr sz="1350" baseline="3086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150"/>
              </a:spcBef>
              <a:tabLst>
                <a:tab pos="421005" algn="l"/>
                <a:tab pos="805180" algn="l"/>
              </a:tabLst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350" spc="-37" baseline="3086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r>
              <a:rPr sz="1350" baseline="3086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12319305" y="9451870"/>
            <a:ext cx="445770" cy="278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>
              <a:lnSpc>
                <a:spcPts val="994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$2M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994"/>
              </a:lnSpc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$3M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6924976" y="9402739"/>
            <a:ext cx="666115" cy="29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45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r>
              <a:rPr sz="900" spc="24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$24M</a:t>
            </a:r>
            <a:endParaRPr sz="900">
              <a:latin typeface="Segoe UI"/>
              <a:cs typeface="Segoe UI"/>
            </a:endParaRPr>
          </a:p>
          <a:p>
            <a:pPr marL="393065">
              <a:lnSpc>
                <a:spcPts val="1045"/>
              </a:lnSpc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$6M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8458199" y="10280649"/>
            <a:ext cx="9896475" cy="73025"/>
            <a:chOff x="8458199" y="10280649"/>
            <a:chExt cx="9896475" cy="73025"/>
          </a:xfrm>
        </p:grpSpPr>
        <p:sp>
          <p:nvSpPr>
            <p:cNvPr id="147" name="object 147"/>
            <p:cNvSpPr/>
            <p:nvPr/>
          </p:nvSpPr>
          <p:spPr>
            <a:xfrm>
              <a:off x="8458199" y="10280649"/>
              <a:ext cx="9896475" cy="73025"/>
            </a:xfrm>
            <a:custGeom>
              <a:avLst/>
              <a:gdLst/>
              <a:ahLst/>
              <a:cxnLst/>
              <a:rect l="l" t="t" r="r" b="b"/>
              <a:pathLst>
                <a:path w="9896475" h="73025">
                  <a:moveTo>
                    <a:pt x="9873614" y="73025"/>
                  </a:moveTo>
                  <a:lnTo>
                    <a:pt x="22858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9863425" y="0"/>
                  </a:lnTo>
                  <a:lnTo>
                    <a:pt x="9895506" y="28187"/>
                  </a:lnTo>
                  <a:lnTo>
                    <a:pt x="9896474" y="33047"/>
                  </a:lnTo>
                  <a:lnTo>
                    <a:pt x="9896474" y="43152"/>
                  </a:lnTo>
                  <a:lnTo>
                    <a:pt x="9873614" y="73025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8458199" y="10280649"/>
              <a:ext cx="6004560" cy="73025"/>
            </a:xfrm>
            <a:custGeom>
              <a:avLst/>
              <a:gdLst/>
              <a:ahLst/>
              <a:cxnLst/>
              <a:rect l="l" t="t" r="r" b="b"/>
              <a:pathLst>
                <a:path w="6004559" h="73025">
                  <a:moveTo>
                    <a:pt x="5981080" y="73025"/>
                  </a:moveTo>
                  <a:lnTo>
                    <a:pt x="22858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970891" y="0"/>
                  </a:lnTo>
                  <a:lnTo>
                    <a:pt x="6002971" y="28187"/>
                  </a:lnTo>
                  <a:lnTo>
                    <a:pt x="6003938" y="33047"/>
                  </a:lnTo>
                  <a:lnTo>
                    <a:pt x="6003938" y="43152"/>
                  </a:lnTo>
                  <a:lnTo>
                    <a:pt x="5981080" y="73025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8458199" y="10280649"/>
              <a:ext cx="6004560" cy="73025"/>
            </a:xfrm>
            <a:custGeom>
              <a:avLst/>
              <a:gdLst/>
              <a:ahLst/>
              <a:cxnLst/>
              <a:rect l="l" t="t" r="r" b="b"/>
              <a:pathLst>
                <a:path w="6004559" h="73025">
                  <a:moveTo>
                    <a:pt x="22858" y="73025"/>
                  </a:move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5965839" y="0"/>
                  </a:lnTo>
                  <a:lnTo>
                    <a:pt x="5970891" y="0"/>
                  </a:lnTo>
                  <a:lnTo>
                    <a:pt x="5975751" y="966"/>
                  </a:lnTo>
                  <a:lnTo>
                    <a:pt x="5980419" y="2900"/>
                  </a:lnTo>
                  <a:lnTo>
                    <a:pt x="5985086" y="4833"/>
                  </a:lnTo>
                  <a:lnTo>
                    <a:pt x="5989206" y="7586"/>
                  </a:lnTo>
                  <a:lnTo>
                    <a:pt x="5992779" y="11159"/>
                  </a:lnTo>
                  <a:lnTo>
                    <a:pt x="5996351" y="14731"/>
                  </a:lnTo>
                  <a:lnTo>
                    <a:pt x="5999104" y="18851"/>
                  </a:lnTo>
                  <a:lnTo>
                    <a:pt x="6001038" y="23519"/>
                  </a:lnTo>
                  <a:lnTo>
                    <a:pt x="6002971" y="28187"/>
                  </a:lnTo>
                  <a:lnTo>
                    <a:pt x="6003938" y="33047"/>
                  </a:lnTo>
                  <a:lnTo>
                    <a:pt x="6003939" y="38099"/>
                  </a:lnTo>
                  <a:lnTo>
                    <a:pt x="6003938" y="43152"/>
                  </a:lnTo>
                  <a:lnTo>
                    <a:pt x="6002971" y="48012"/>
                  </a:lnTo>
                  <a:lnTo>
                    <a:pt x="6001038" y="52680"/>
                  </a:lnTo>
                  <a:lnTo>
                    <a:pt x="5999104" y="57348"/>
                  </a:lnTo>
                  <a:lnTo>
                    <a:pt x="5996351" y="61468"/>
                  </a:lnTo>
                  <a:lnTo>
                    <a:pt x="5992779" y="65040"/>
                  </a:lnTo>
                  <a:lnTo>
                    <a:pt x="5989206" y="68613"/>
                  </a:lnTo>
                  <a:lnTo>
                    <a:pt x="5985086" y="71366"/>
                  </a:lnTo>
                  <a:lnTo>
                    <a:pt x="5981080" y="73025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AFA">
              <a:alpha val="8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085975" y="257175"/>
            <a:ext cx="7591425" cy="3952875"/>
            <a:chOff x="2085975" y="257175"/>
            <a:chExt cx="7591425" cy="3952875"/>
          </a:xfrm>
        </p:grpSpPr>
        <p:sp>
          <p:nvSpPr>
            <p:cNvPr id="5" name="object 5"/>
            <p:cNvSpPr/>
            <p:nvPr/>
          </p:nvSpPr>
          <p:spPr>
            <a:xfrm>
              <a:off x="2090737" y="261937"/>
              <a:ext cx="7581900" cy="3943350"/>
            </a:xfrm>
            <a:custGeom>
              <a:avLst/>
              <a:gdLst/>
              <a:ahLst/>
              <a:cxnLst/>
              <a:rect l="l" t="t" r="r" b="b"/>
              <a:pathLst>
                <a:path w="7581900" h="3943350">
                  <a:moveTo>
                    <a:pt x="7515152" y="3943349"/>
                  </a:moveTo>
                  <a:lnTo>
                    <a:pt x="66746" y="3943349"/>
                  </a:lnTo>
                  <a:lnTo>
                    <a:pt x="62101" y="3942892"/>
                  </a:lnTo>
                  <a:lnTo>
                    <a:pt x="24240" y="3925742"/>
                  </a:lnTo>
                  <a:lnTo>
                    <a:pt x="2287" y="3890449"/>
                  </a:lnTo>
                  <a:lnTo>
                    <a:pt x="0" y="3876602"/>
                  </a:lnTo>
                  <a:lnTo>
                    <a:pt x="0" y="38719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7515152" y="0"/>
                  </a:lnTo>
                  <a:lnTo>
                    <a:pt x="7554049" y="14645"/>
                  </a:lnTo>
                  <a:lnTo>
                    <a:pt x="7578254" y="48433"/>
                  </a:lnTo>
                  <a:lnTo>
                    <a:pt x="7581898" y="66746"/>
                  </a:lnTo>
                  <a:lnTo>
                    <a:pt x="7581898" y="3876602"/>
                  </a:lnTo>
                  <a:lnTo>
                    <a:pt x="7567253" y="3915500"/>
                  </a:lnTo>
                  <a:lnTo>
                    <a:pt x="7533465" y="3939706"/>
                  </a:lnTo>
                  <a:lnTo>
                    <a:pt x="7519797" y="3942892"/>
                  </a:lnTo>
                  <a:lnTo>
                    <a:pt x="7515152" y="3943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90737" y="261937"/>
              <a:ext cx="7581900" cy="3943350"/>
            </a:xfrm>
            <a:custGeom>
              <a:avLst/>
              <a:gdLst/>
              <a:ahLst/>
              <a:cxnLst/>
              <a:rect l="l" t="t" r="r" b="b"/>
              <a:pathLst>
                <a:path w="7581900" h="3943350">
                  <a:moveTo>
                    <a:pt x="0" y="38719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7510461" y="0"/>
                  </a:lnTo>
                  <a:lnTo>
                    <a:pt x="7515152" y="0"/>
                  </a:lnTo>
                  <a:lnTo>
                    <a:pt x="7519797" y="457"/>
                  </a:lnTo>
                  <a:lnTo>
                    <a:pt x="7524398" y="1372"/>
                  </a:lnTo>
                  <a:lnTo>
                    <a:pt x="7528998" y="2287"/>
                  </a:lnTo>
                  <a:lnTo>
                    <a:pt x="7533465" y="3642"/>
                  </a:lnTo>
                  <a:lnTo>
                    <a:pt x="7537798" y="5437"/>
                  </a:lnTo>
                  <a:lnTo>
                    <a:pt x="7542132" y="7232"/>
                  </a:lnTo>
                  <a:lnTo>
                    <a:pt x="7569858" y="31748"/>
                  </a:lnTo>
                  <a:lnTo>
                    <a:pt x="7572465" y="35649"/>
                  </a:lnTo>
                  <a:lnTo>
                    <a:pt x="7581899" y="71437"/>
                  </a:lnTo>
                  <a:lnTo>
                    <a:pt x="7581899" y="3871912"/>
                  </a:lnTo>
                  <a:lnTo>
                    <a:pt x="7576460" y="3899249"/>
                  </a:lnTo>
                  <a:lnTo>
                    <a:pt x="7574665" y="3903582"/>
                  </a:lnTo>
                  <a:lnTo>
                    <a:pt x="7572465" y="3907699"/>
                  </a:lnTo>
                  <a:lnTo>
                    <a:pt x="7569858" y="3911600"/>
                  </a:lnTo>
                  <a:lnTo>
                    <a:pt x="7567253" y="3915500"/>
                  </a:lnTo>
                  <a:lnTo>
                    <a:pt x="7537799" y="3937911"/>
                  </a:lnTo>
                  <a:lnTo>
                    <a:pt x="7533465" y="3939706"/>
                  </a:lnTo>
                  <a:lnTo>
                    <a:pt x="7528998" y="3941061"/>
                  </a:lnTo>
                  <a:lnTo>
                    <a:pt x="7524398" y="3941976"/>
                  </a:lnTo>
                  <a:lnTo>
                    <a:pt x="7519797" y="3942892"/>
                  </a:lnTo>
                  <a:lnTo>
                    <a:pt x="7515152" y="3943349"/>
                  </a:lnTo>
                  <a:lnTo>
                    <a:pt x="7510461" y="3943349"/>
                  </a:lnTo>
                  <a:lnTo>
                    <a:pt x="71437" y="3943349"/>
                  </a:lnTo>
                  <a:lnTo>
                    <a:pt x="66746" y="3943349"/>
                  </a:lnTo>
                  <a:lnTo>
                    <a:pt x="62101" y="3942892"/>
                  </a:lnTo>
                  <a:lnTo>
                    <a:pt x="31748" y="3931309"/>
                  </a:lnTo>
                  <a:lnTo>
                    <a:pt x="27848" y="3928703"/>
                  </a:lnTo>
                  <a:lnTo>
                    <a:pt x="3642" y="3894916"/>
                  </a:lnTo>
                  <a:lnTo>
                    <a:pt x="0" y="3876602"/>
                  </a:lnTo>
                  <a:lnTo>
                    <a:pt x="0" y="3871912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96085" y="342963"/>
            <a:ext cx="2190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by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42424"/>
                </a:solidFill>
                <a:latin typeface="Tahoma"/>
                <a:cs typeface="Tahoma"/>
              </a:rPr>
              <a:t>Category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5200" y="673100"/>
            <a:ext cx="19138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 of revenue by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category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671762" y="1170831"/>
            <a:ext cx="6848475" cy="2623820"/>
            <a:chOff x="2671762" y="1170831"/>
            <a:chExt cx="6848475" cy="2623820"/>
          </a:xfrm>
        </p:grpSpPr>
        <p:sp>
          <p:nvSpPr>
            <p:cNvPr id="10" name="object 10"/>
            <p:cNvSpPr/>
            <p:nvPr/>
          </p:nvSpPr>
          <p:spPr>
            <a:xfrm>
              <a:off x="2676524" y="3789362"/>
              <a:ext cx="6838950" cy="0"/>
            </a:xfrm>
            <a:custGeom>
              <a:avLst/>
              <a:gdLst/>
              <a:ahLst/>
              <a:cxnLst/>
              <a:rect l="l" t="t" r="r" b="b"/>
              <a:pathLst>
                <a:path w="6838950">
                  <a:moveTo>
                    <a:pt x="0" y="0"/>
                  </a:moveTo>
                  <a:lnTo>
                    <a:pt x="68389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76524" y="1829036"/>
              <a:ext cx="6838950" cy="1307465"/>
            </a:xfrm>
            <a:custGeom>
              <a:avLst/>
              <a:gdLst/>
              <a:ahLst/>
              <a:cxnLst/>
              <a:rect l="l" t="t" r="r" b="b"/>
              <a:pathLst>
                <a:path w="6838950" h="1307464">
                  <a:moveTo>
                    <a:pt x="0" y="1306883"/>
                  </a:moveTo>
                  <a:lnTo>
                    <a:pt x="374736" y="1306883"/>
                  </a:lnTo>
                </a:path>
                <a:path w="6838950" h="1307464">
                  <a:moveTo>
                    <a:pt x="813131" y="1306883"/>
                  </a:moveTo>
                  <a:lnTo>
                    <a:pt x="6838949" y="1306883"/>
                  </a:lnTo>
                </a:path>
                <a:path w="6838950" h="1307464">
                  <a:moveTo>
                    <a:pt x="0" y="653441"/>
                  </a:moveTo>
                  <a:lnTo>
                    <a:pt x="374736" y="653441"/>
                  </a:lnTo>
                </a:path>
                <a:path w="6838950" h="1307464">
                  <a:moveTo>
                    <a:pt x="813131" y="653441"/>
                  </a:moveTo>
                  <a:lnTo>
                    <a:pt x="6838949" y="653441"/>
                  </a:lnTo>
                </a:path>
                <a:path w="6838950" h="1307464">
                  <a:moveTo>
                    <a:pt x="0" y="0"/>
                  </a:moveTo>
                  <a:lnTo>
                    <a:pt x="374736" y="0"/>
                  </a:lnTo>
                </a:path>
                <a:path w="6838950" h="1307464">
                  <a:moveTo>
                    <a:pt x="813131" y="0"/>
                  </a:moveTo>
                  <a:lnTo>
                    <a:pt x="68389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76524" y="1175594"/>
              <a:ext cx="6838950" cy="0"/>
            </a:xfrm>
            <a:custGeom>
              <a:avLst/>
              <a:gdLst/>
              <a:ahLst/>
              <a:cxnLst/>
              <a:rect l="l" t="t" r="r" b="b"/>
              <a:pathLst>
                <a:path w="6838950">
                  <a:moveTo>
                    <a:pt x="0" y="0"/>
                  </a:moveTo>
                  <a:lnTo>
                    <a:pt x="68389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41897" y="3686026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0.0bn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1897" y="3032583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0.2bn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41897" y="2379141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0.4bn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41897" y="1725700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0.6bn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41897" y="1072257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0.8bn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8298" y="3810000"/>
            <a:ext cx="6546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electronics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55565" y="3810000"/>
            <a:ext cx="5340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furniture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32739" y="3810000"/>
            <a:ext cx="4533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fashion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01555" y="3810000"/>
            <a:ext cx="7893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home_goods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86792" y="3810000"/>
            <a:ext cx="2921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auto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4796" y="3810000"/>
            <a:ext cx="2698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15084" y="3810000"/>
            <a:ext cx="3835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books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51261" y="228600"/>
            <a:ext cx="15455900" cy="3952875"/>
            <a:chOff x="3051261" y="228600"/>
            <a:chExt cx="15455900" cy="3952875"/>
          </a:xfrm>
        </p:grpSpPr>
        <p:sp>
          <p:nvSpPr>
            <p:cNvPr id="26" name="object 26"/>
            <p:cNvSpPr/>
            <p:nvPr/>
          </p:nvSpPr>
          <p:spPr>
            <a:xfrm>
              <a:off x="3051251" y="1390471"/>
              <a:ext cx="6059805" cy="2394585"/>
            </a:xfrm>
            <a:custGeom>
              <a:avLst/>
              <a:gdLst/>
              <a:ahLst/>
              <a:cxnLst/>
              <a:rect l="l" t="t" r="r" b="b"/>
              <a:pathLst>
                <a:path w="6059805" h="2394585">
                  <a:moveTo>
                    <a:pt x="438404" y="0"/>
                  </a:moveTo>
                  <a:lnTo>
                    <a:pt x="0" y="0"/>
                  </a:lnTo>
                  <a:lnTo>
                    <a:pt x="0" y="2394127"/>
                  </a:lnTo>
                  <a:lnTo>
                    <a:pt x="438404" y="2394127"/>
                  </a:lnTo>
                  <a:lnTo>
                    <a:pt x="438404" y="0"/>
                  </a:lnTo>
                  <a:close/>
                </a:path>
                <a:path w="6059805" h="2394585">
                  <a:moveTo>
                    <a:pt x="1375244" y="2037715"/>
                  </a:moveTo>
                  <a:lnTo>
                    <a:pt x="936840" y="2037715"/>
                  </a:lnTo>
                  <a:lnTo>
                    <a:pt x="936840" y="2394127"/>
                  </a:lnTo>
                  <a:lnTo>
                    <a:pt x="1375244" y="2394127"/>
                  </a:lnTo>
                  <a:lnTo>
                    <a:pt x="1375244" y="2037715"/>
                  </a:lnTo>
                  <a:close/>
                </a:path>
                <a:path w="6059805" h="2394585">
                  <a:moveTo>
                    <a:pt x="2312085" y="2172551"/>
                  </a:moveTo>
                  <a:lnTo>
                    <a:pt x="1873694" y="2172551"/>
                  </a:lnTo>
                  <a:lnTo>
                    <a:pt x="1873694" y="2394127"/>
                  </a:lnTo>
                  <a:lnTo>
                    <a:pt x="2312085" y="2394127"/>
                  </a:lnTo>
                  <a:lnTo>
                    <a:pt x="2312085" y="2172551"/>
                  </a:lnTo>
                  <a:close/>
                </a:path>
                <a:path w="6059805" h="2394585">
                  <a:moveTo>
                    <a:pt x="3248926" y="2283434"/>
                  </a:moveTo>
                  <a:lnTo>
                    <a:pt x="2810535" y="2283434"/>
                  </a:lnTo>
                  <a:lnTo>
                    <a:pt x="2810535" y="2394127"/>
                  </a:lnTo>
                  <a:lnTo>
                    <a:pt x="3248926" y="2394127"/>
                  </a:lnTo>
                  <a:lnTo>
                    <a:pt x="3248926" y="2283434"/>
                  </a:lnTo>
                  <a:close/>
                </a:path>
                <a:path w="6059805" h="2394585">
                  <a:moveTo>
                    <a:pt x="4185767" y="2324785"/>
                  </a:moveTo>
                  <a:lnTo>
                    <a:pt x="3747376" y="2324785"/>
                  </a:lnTo>
                  <a:lnTo>
                    <a:pt x="3747376" y="2394127"/>
                  </a:lnTo>
                  <a:lnTo>
                    <a:pt x="4185767" y="2394127"/>
                  </a:lnTo>
                  <a:lnTo>
                    <a:pt x="4185767" y="2324785"/>
                  </a:lnTo>
                  <a:close/>
                </a:path>
                <a:path w="6059805" h="2394585">
                  <a:moveTo>
                    <a:pt x="5122608" y="2353005"/>
                  </a:moveTo>
                  <a:lnTo>
                    <a:pt x="4684217" y="2353005"/>
                  </a:lnTo>
                  <a:lnTo>
                    <a:pt x="4684217" y="2394127"/>
                  </a:lnTo>
                  <a:lnTo>
                    <a:pt x="5122608" y="2394127"/>
                  </a:lnTo>
                  <a:lnTo>
                    <a:pt x="5122608" y="2353005"/>
                  </a:lnTo>
                  <a:close/>
                </a:path>
                <a:path w="6059805" h="2394585">
                  <a:moveTo>
                    <a:pt x="6059449" y="2375331"/>
                  </a:moveTo>
                  <a:lnTo>
                    <a:pt x="5621058" y="2375331"/>
                  </a:lnTo>
                  <a:lnTo>
                    <a:pt x="5621058" y="2394127"/>
                  </a:lnTo>
                  <a:lnTo>
                    <a:pt x="6059449" y="2394127"/>
                  </a:lnTo>
                  <a:lnTo>
                    <a:pt x="6059449" y="237533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82161" y="233362"/>
              <a:ext cx="8820150" cy="3943350"/>
            </a:xfrm>
            <a:custGeom>
              <a:avLst/>
              <a:gdLst/>
              <a:ahLst/>
              <a:cxnLst/>
              <a:rect l="l" t="t" r="r" b="b"/>
              <a:pathLst>
                <a:path w="8820150" h="3943350">
                  <a:moveTo>
                    <a:pt x="8753401" y="3943349"/>
                  </a:moveTo>
                  <a:lnTo>
                    <a:pt x="66746" y="3943349"/>
                  </a:lnTo>
                  <a:lnTo>
                    <a:pt x="62101" y="3942892"/>
                  </a:lnTo>
                  <a:lnTo>
                    <a:pt x="24240" y="3925742"/>
                  </a:lnTo>
                  <a:lnTo>
                    <a:pt x="2287" y="3890449"/>
                  </a:lnTo>
                  <a:lnTo>
                    <a:pt x="0" y="3876602"/>
                  </a:lnTo>
                  <a:lnTo>
                    <a:pt x="0" y="38719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8753401" y="0"/>
                  </a:lnTo>
                  <a:lnTo>
                    <a:pt x="8792299" y="14645"/>
                  </a:lnTo>
                  <a:lnTo>
                    <a:pt x="8816505" y="48433"/>
                  </a:lnTo>
                  <a:lnTo>
                    <a:pt x="8820148" y="66746"/>
                  </a:lnTo>
                  <a:lnTo>
                    <a:pt x="8820148" y="3876602"/>
                  </a:lnTo>
                  <a:lnTo>
                    <a:pt x="8805503" y="3915500"/>
                  </a:lnTo>
                  <a:lnTo>
                    <a:pt x="8771714" y="3939706"/>
                  </a:lnTo>
                  <a:lnTo>
                    <a:pt x="8758047" y="3942892"/>
                  </a:lnTo>
                  <a:lnTo>
                    <a:pt x="8753401" y="3943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82161" y="233362"/>
              <a:ext cx="8820150" cy="3943350"/>
            </a:xfrm>
            <a:custGeom>
              <a:avLst/>
              <a:gdLst/>
              <a:ahLst/>
              <a:cxnLst/>
              <a:rect l="l" t="t" r="r" b="b"/>
              <a:pathLst>
                <a:path w="8820150" h="3943350">
                  <a:moveTo>
                    <a:pt x="0" y="38719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748711" y="0"/>
                  </a:lnTo>
                  <a:lnTo>
                    <a:pt x="8753401" y="0"/>
                  </a:lnTo>
                  <a:lnTo>
                    <a:pt x="8758046" y="457"/>
                  </a:lnTo>
                  <a:lnTo>
                    <a:pt x="8762646" y="1372"/>
                  </a:lnTo>
                  <a:lnTo>
                    <a:pt x="8767247" y="2287"/>
                  </a:lnTo>
                  <a:lnTo>
                    <a:pt x="8771714" y="3642"/>
                  </a:lnTo>
                  <a:lnTo>
                    <a:pt x="8776047" y="5437"/>
                  </a:lnTo>
                  <a:lnTo>
                    <a:pt x="8780381" y="7232"/>
                  </a:lnTo>
                  <a:lnTo>
                    <a:pt x="8808108" y="31748"/>
                  </a:lnTo>
                  <a:lnTo>
                    <a:pt x="8810714" y="35649"/>
                  </a:lnTo>
                  <a:lnTo>
                    <a:pt x="8812915" y="39765"/>
                  </a:lnTo>
                  <a:lnTo>
                    <a:pt x="8814710" y="44099"/>
                  </a:lnTo>
                  <a:lnTo>
                    <a:pt x="8816505" y="48433"/>
                  </a:lnTo>
                  <a:lnTo>
                    <a:pt x="8820149" y="71437"/>
                  </a:lnTo>
                  <a:lnTo>
                    <a:pt x="8820149" y="3871912"/>
                  </a:lnTo>
                  <a:lnTo>
                    <a:pt x="8814710" y="3899249"/>
                  </a:lnTo>
                  <a:lnTo>
                    <a:pt x="8812915" y="3903582"/>
                  </a:lnTo>
                  <a:lnTo>
                    <a:pt x="8810714" y="3907699"/>
                  </a:lnTo>
                  <a:lnTo>
                    <a:pt x="8808108" y="3911600"/>
                  </a:lnTo>
                  <a:lnTo>
                    <a:pt x="8805503" y="3915500"/>
                  </a:lnTo>
                  <a:lnTo>
                    <a:pt x="8771714" y="3939706"/>
                  </a:lnTo>
                  <a:lnTo>
                    <a:pt x="8762647" y="3941976"/>
                  </a:lnTo>
                  <a:lnTo>
                    <a:pt x="8758047" y="3942892"/>
                  </a:lnTo>
                  <a:lnTo>
                    <a:pt x="8753401" y="3943349"/>
                  </a:lnTo>
                  <a:lnTo>
                    <a:pt x="8748711" y="3943349"/>
                  </a:lnTo>
                  <a:lnTo>
                    <a:pt x="71437" y="3943349"/>
                  </a:lnTo>
                  <a:lnTo>
                    <a:pt x="66746" y="3943349"/>
                  </a:lnTo>
                  <a:lnTo>
                    <a:pt x="62101" y="3942892"/>
                  </a:lnTo>
                  <a:lnTo>
                    <a:pt x="31748" y="3931309"/>
                  </a:lnTo>
                  <a:lnTo>
                    <a:pt x="27848" y="3928703"/>
                  </a:lnTo>
                  <a:lnTo>
                    <a:pt x="3642" y="3894916"/>
                  </a:lnTo>
                  <a:lnTo>
                    <a:pt x="0" y="3876602"/>
                  </a:lnTo>
                  <a:lnTo>
                    <a:pt x="0" y="3871912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77676" y="1165464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0.73bn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4519" y="3203171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0.11bn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51361" y="3338008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0.07bn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88203" y="3448891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0.03bn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25046" y="3490250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0.02bn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61889" y="3518467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0.01bn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8731" y="3540792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0.01bn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650786" y="314388"/>
            <a:ext cx="2901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95" dirty="0">
                <a:solidFill>
                  <a:srgbClr val="242424"/>
                </a:solidFill>
                <a:latin typeface="Tahoma"/>
                <a:cs typeface="Tahoma"/>
              </a:rPr>
              <a:t>Top</a:t>
            </a:r>
            <a:r>
              <a:rPr sz="2000" spc="-14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10</a:t>
            </a:r>
            <a:r>
              <a:rPr sz="2000" spc="-14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42424"/>
                </a:solidFill>
                <a:latin typeface="Tahoma"/>
                <a:cs typeface="Tahoma"/>
              </a:rPr>
              <a:t>Products</a:t>
            </a:r>
            <a:r>
              <a:rPr sz="2000" spc="-14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by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826624" y="644525"/>
            <a:ext cx="2296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 of revenue by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product_name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644311" y="1085850"/>
            <a:ext cx="0" cy="2679700"/>
          </a:xfrm>
          <a:custGeom>
            <a:avLst/>
            <a:gdLst/>
            <a:ahLst/>
            <a:cxnLst/>
            <a:rect l="l" t="t" r="r" b="b"/>
            <a:pathLst>
              <a:path h="2679700">
                <a:moveTo>
                  <a:pt x="0" y="2569610"/>
                </a:moveTo>
                <a:lnTo>
                  <a:pt x="0" y="2679699"/>
                </a:lnTo>
              </a:path>
              <a:path h="2679700">
                <a:moveTo>
                  <a:pt x="0" y="2309446"/>
                </a:moveTo>
                <a:lnTo>
                  <a:pt x="0" y="2445550"/>
                </a:lnTo>
              </a:path>
              <a:path h="2679700">
                <a:moveTo>
                  <a:pt x="0" y="2049280"/>
                </a:moveTo>
                <a:lnTo>
                  <a:pt x="0" y="2185385"/>
                </a:lnTo>
              </a:path>
              <a:path h="2679700">
                <a:moveTo>
                  <a:pt x="0" y="1789116"/>
                </a:moveTo>
                <a:lnTo>
                  <a:pt x="0" y="1925220"/>
                </a:lnTo>
              </a:path>
              <a:path h="2679700">
                <a:moveTo>
                  <a:pt x="0" y="1528951"/>
                </a:moveTo>
                <a:lnTo>
                  <a:pt x="0" y="1665055"/>
                </a:lnTo>
              </a:path>
              <a:path h="2679700">
                <a:moveTo>
                  <a:pt x="0" y="1268785"/>
                </a:moveTo>
                <a:lnTo>
                  <a:pt x="0" y="1404890"/>
                </a:lnTo>
              </a:path>
              <a:path h="2679700">
                <a:moveTo>
                  <a:pt x="0" y="1008620"/>
                </a:moveTo>
                <a:lnTo>
                  <a:pt x="0" y="1144725"/>
                </a:lnTo>
              </a:path>
              <a:path h="2679700">
                <a:moveTo>
                  <a:pt x="0" y="748455"/>
                </a:moveTo>
                <a:lnTo>
                  <a:pt x="0" y="884560"/>
                </a:lnTo>
              </a:path>
              <a:path h="2679700">
                <a:moveTo>
                  <a:pt x="0" y="488290"/>
                </a:moveTo>
                <a:lnTo>
                  <a:pt x="0" y="624395"/>
                </a:lnTo>
              </a:path>
              <a:path h="2679700">
                <a:moveTo>
                  <a:pt x="0" y="228125"/>
                </a:moveTo>
                <a:lnTo>
                  <a:pt x="0" y="364230"/>
                </a:lnTo>
              </a:path>
              <a:path h="2679700">
                <a:moveTo>
                  <a:pt x="0" y="0"/>
                </a:moveTo>
                <a:lnTo>
                  <a:pt x="0" y="104065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1535766" y="3781425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2911388" y="1085850"/>
            <a:ext cx="0" cy="2679700"/>
          </a:xfrm>
          <a:custGeom>
            <a:avLst/>
            <a:gdLst/>
            <a:ahLst/>
            <a:cxnLst/>
            <a:rect l="l" t="t" r="r" b="b"/>
            <a:pathLst>
              <a:path h="2679700">
                <a:moveTo>
                  <a:pt x="0" y="2569610"/>
                </a:moveTo>
                <a:lnTo>
                  <a:pt x="0" y="2679699"/>
                </a:lnTo>
              </a:path>
              <a:path h="2679700">
                <a:moveTo>
                  <a:pt x="0" y="2309446"/>
                </a:moveTo>
                <a:lnTo>
                  <a:pt x="0" y="2445550"/>
                </a:lnTo>
              </a:path>
              <a:path h="2679700">
                <a:moveTo>
                  <a:pt x="0" y="2049280"/>
                </a:moveTo>
                <a:lnTo>
                  <a:pt x="0" y="2185385"/>
                </a:lnTo>
              </a:path>
              <a:path h="2679700">
                <a:moveTo>
                  <a:pt x="0" y="1789116"/>
                </a:moveTo>
                <a:lnTo>
                  <a:pt x="0" y="1925220"/>
                </a:lnTo>
              </a:path>
              <a:path h="2679700">
                <a:moveTo>
                  <a:pt x="0" y="1528951"/>
                </a:moveTo>
                <a:lnTo>
                  <a:pt x="0" y="1665055"/>
                </a:lnTo>
              </a:path>
              <a:path h="2679700">
                <a:moveTo>
                  <a:pt x="0" y="1268785"/>
                </a:moveTo>
                <a:lnTo>
                  <a:pt x="0" y="1404890"/>
                </a:lnTo>
              </a:path>
              <a:path h="2679700">
                <a:moveTo>
                  <a:pt x="0" y="1008620"/>
                </a:moveTo>
                <a:lnTo>
                  <a:pt x="0" y="1144725"/>
                </a:lnTo>
              </a:path>
              <a:path h="2679700">
                <a:moveTo>
                  <a:pt x="0" y="748455"/>
                </a:moveTo>
                <a:lnTo>
                  <a:pt x="0" y="884560"/>
                </a:lnTo>
              </a:path>
              <a:path h="2679700">
                <a:moveTo>
                  <a:pt x="0" y="488290"/>
                </a:moveTo>
                <a:lnTo>
                  <a:pt x="0" y="624395"/>
                </a:lnTo>
              </a:path>
              <a:path h="2679700">
                <a:moveTo>
                  <a:pt x="0" y="228125"/>
                </a:moveTo>
                <a:lnTo>
                  <a:pt x="0" y="364230"/>
                </a:lnTo>
              </a:path>
              <a:path h="2679700">
                <a:moveTo>
                  <a:pt x="0" y="0"/>
                </a:moveTo>
                <a:lnTo>
                  <a:pt x="0" y="104065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2802843" y="3781425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4178464" y="1085850"/>
            <a:ext cx="0" cy="2679700"/>
          </a:xfrm>
          <a:custGeom>
            <a:avLst/>
            <a:gdLst/>
            <a:ahLst/>
            <a:cxnLst/>
            <a:rect l="l" t="t" r="r" b="b"/>
            <a:pathLst>
              <a:path h="2679700">
                <a:moveTo>
                  <a:pt x="0" y="2569610"/>
                </a:moveTo>
                <a:lnTo>
                  <a:pt x="0" y="2679699"/>
                </a:lnTo>
              </a:path>
              <a:path h="2679700">
                <a:moveTo>
                  <a:pt x="0" y="2309446"/>
                </a:moveTo>
                <a:lnTo>
                  <a:pt x="0" y="2445550"/>
                </a:lnTo>
              </a:path>
              <a:path h="2679700">
                <a:moveTo>
                  <a:pt x="0" y="2049280"/>
                </a:moveTo>
                <a:lnTo>
                  <a:pt x="0" y="2185385"/>
                </a:lnTo>
              </a:path>
              <a:path h="2679700">
                <a:moveTo>
                  <a:pt x="0" y="1789116"/>
                </a:moveTo>
                <a:lnTo>
                  <a:pt x="0" y="1925220"/>
                </a:lnTo>
              </a:path>
              <a:path h="2679700">
                <a:moveTo>
                  <a:pt x="0" y="1528951"/>
                </a:moveTo>
                <a:lnTo>
                  <a:pt x="0" y="1665055"/>
                </a:lnTo>
              </a:path>
              <a:path h="2679700">
                <a:moveTo>
                  <a:pt x="0" y="1268785"/>
                </a:moveTo>
                <a:lnTo>
                  <a:pt x="0" y="1404890"/>
                </a:lnTo>
              </a:path>
              <a:path h="2679700">
                <a:moveTo>
                  <a:pt x="0" y="1008620"/>
                </a:moveTo>
                <a:lnTo>
                  <a:pt x="0" y="1144725"/>
                </a:lnTo>
              </a:path>
              <a:path h="2679700">
                <a:moveTo>
                  <a:pt x="0" y="748455"/>
                </a:moveTo>
                <a:lnTo>
                  <a:pt x="0" y="884560"/>
                </a:lnTo>
              </a:path>
              <a:path h="2679700">
                <a:moveTo>
                  <a:pt x="0" y="488290"/>
                </a:moveTo>
                <a:lnTo>
                  <a:pt x="0" y="624395"/>
                </a:lnTo>
              </a:path>
              <a:path h="2679700">
                <a:moveTo>
                  <a:pt x="0" y="228125"/>
                </a:moveTo>
                <a:lnTo>
                  <a:pt x="0" y="364230"/>
                </a:lnTo>
              </a:path>
              <a:path h="2679700">
                <a:moveTo>
                  <a:pt x="0" y="0"/>
                </a:moveTo>
                <a:lnTo>
                  <a:pt x="0" y="104065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4069919" y="3781425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5445539" y="1085850"/>
            <a:ext cx="0" cy="2679700"/>
          </a:xfrm>
          <a:custGeom>
            <a:avLst/>
            <a:gdLst/>
            <a:ahLst/>
            <a:cxnLst/>
            <a:rect l="l" t="t" r="r" b="b"/>
            <a:pathLst>
              <a:path h="2679700">
                <a:moveTo>
                  <a:pt x="0" y="2569610"/>
                </a:moveTo>
                <a:lnTo>
                  <a:pt x="0" y="2679699"/>
                </a:lnTo>
              </a:path>
              <a:path h="2679700">
                <a:moveTo>
                  <a:pt x="0" y="2309446"/>
                </a:moveTo>
                <a:lnTo>
                  <a:pt x="0" y="2445550"/>
                </a:lnTo>
              </a:path>
              <a:path h="2679700">
                <a:moveTo>
                  <a:pt x="0" y="2049280"/>
                </a:moveTo>
                <a:lnTo>
                  <a:pt x="0" y="2185385"/>
                </a:lnTo>
              </a:path>
              <a:path h="2679700">
                <a:moveTo>
                  <a:pt x="0" y="1789116"/>
                </a:moveTo>
                <a:lnTo>
                  <a:pt x="0" y="1925220"/>
                </a:lnTo>
              </a:path>
              <a:path h="2679700">
                <a:moveTo>
                  <a:pt x="0" y="1528951"/>
                </a:moveTo>
                <a:lnTo>
                  <a:pt x="0" y="1665055"/>
                </a:lnTo>
              </a:path>
              <a:path h="2679700">
                <a:moveTo>
                  <a:pt x="0" y="1268785"/>
                </a:moveTo>
                <a:lnTo>
                  <a:pt x="0" y="1404890"/>
                </a:lnTo>
              </a:path>
              <a:path h="2679700">
                <a:moveTo>
                  <a:pt x="0" y="1008620"/>
                </a:moveTo>
                <a:lnTo>
                  <a:pt x="0" y="1144725"/>
                </a:lnTo>
              </a:path>
              <a:path h="2679700">
                <a:moveTo>
                  <a:pt x="0" y="748455"/>
                </a:moveTo>
                <a:lnTo>
                  <a:pt x="0" y="884560"/>
                </a:lnTo>
              </a:path>
              <a:path h="2679700">
                <a:moveTo>
                  <a:pt x="0" y="488290"/>
                </a:moveTo>
                <a:lnTo>
                  <a:pt x="0" y="624395"/>
                </a:lnTo>
              </a:path>
              <a:path h="2679700">
                <a:moveTo>
                  <a:pt x="0" y="228125"/>
                </a:moveTo>
                <a:lnTo>
                  <a:pt x="0" y="364230"/>
                </a:lnTo>
              </a:path>
              <a:path h="2679700">
                <a:moveTo>
                  <a:pt x="0" y="0"/>
                </a:moveTo>
                <a:lnTo>
                  <a:pt x="0" y="104065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5336994" y="3781425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3M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6712617" y="1085850"/>
            <a:ext cx="0" cy="2679700"/>
          </a:xfrm>
          <a:custGeom>
            <a:avLst/>
            <a:gdLst/>
            <a:ahLst/>
            <a:cxnLst/>
            <a:rect l="l" t="t" r="r" b="b"/>
            <a:pathLst>
              <a:path h="2679700">
                <a:moveTo>
                  <a:pt x="0" y="2569610"/>
                </a:moveTo>
                <a:lnTo>
                  <a:pt x="0" y="2679699"/>
                </a:lnTo>
              </a:path>
              <a:path h="2679700">
                <a:moveTo>
                  <a:pt x="0" y="2309446"/>
                </a:moveTo>
                <a:lnTo>
                  <a:pt x="0" y="2445550"/>
                </a:lnTo>
              </a:path>
              <a:path h="2679700">
                <a:moveTo>
                  <a:pt x="0" y="2049280"/>
                </a:moveTo>
                <a:lnTo>
                  <a:pt x="0" y="2185385"/>
                </a:lnTo>
              </a:path>
              <a:path h="2679700">
                <a:moveTo>
                  <a:pt x="0" y="1789116"/>
                </a:moveTo>
                <a:lnTo>
                  <a:pt x="0" y="1925220"/>
                </a:lnTo>
              </a:path>
              <a:path h="2679700">
                <a:moveTo>
                  <a:pt x="0" y="1528951"/>
                </a:moveTo>
                <a:lnTo>
                  <a:pt x="0" y="1665055"/>
                </a:lnTo>
              </a:path>
              <a:path h="2679700">
                <a:moveTo>
                  <a:pt x="0" y="1268785"/>
                </a:moveTo>
                <a:lnTo>
                  <a:pt x="0" y="1404890"/>
                </a:lnTo>
              </a:path>
              <a:path h="2679700">
                <a:moveTo>
                  <a:pt x="0" y="1008620"/>
                </a:moveTo>
                <a:lnTo>
                  <a:pt x="0" y="1144725"/>
                </a:lnTo>
              </a:path>
              <a:path h="2679700">
                <a:moveTo>
                  <a:pt x="0" y="748455"/>
                </a:moveTo>
                <a:lnTo>
                  <a:pt x="0" y="884560"/>
                </a:lnTo>
              </a:path>
              <a:path h="2679700">
                <a:moveTo>
                  <a:pt x="0" y="488290"/>
                </a:moveTo>
                <a:lnTo>
                  <a:pt x="0" y="624395"/>
                </a:lnTo>
              </a:path>
              <a:path h="2679700">
                <a:moveTo>
                  <a:pt x="0" y="228125"/>
                </a:moveTo>
                <a:lnTo>
                  <a:pt x="0" y="364230"/>
                </a:lnTo>
              </a:path>
              <a:path h="2679700">
                <a:moveTo>
                  <a:pt x="0" y="0"/>
                </a:moveTo>
                <a:lnTo>
                  <a:pt x="0" y="104065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6604071" y="3781425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7979693" y="1085850"/>
            <a:ext cx="0" cy="2679700"/>
          </a:xfrm>
          <a:custGeom>
            <a:avLst/>
            <a:gdLst/>
            <a:ahLst/>
            <a:cxnLst/>
            <a:rect l="l" t="t" r="r" b="b"/>
            <a:pathLst>
              <a:path h="2679700">
                <a:moveTo>
                  <a:pt x="0" y="2679699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7871147" y="3781425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5M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930655" y="1151621"/>
            <a:ext cx="1636395" cy="252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Nimbus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Headphones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M767</a:t>
            </a:r>
            <a:endParaRPr sz="1050">
              <a:latin typeface="Segoe UI"/>
              <a:cs typeface="Segoe UI"/>
            </a:endParaRPr>
          </a:p>
          <a:p>
            <a:pPr marL="462915" marR="5080" indent="-191135" algn="r">
              <a:lnSpc>
                <a:spcPct val="16260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Apex P960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Smartwatch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Nova Monitor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A779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Orion P631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Tablet</a:t>
            </a:r>
            <a:endParaRPr sz="1050">
              <a:latin typeface="Segoe UI"/>
              <a:cs typeface="Segoe UI"/>
            </a:endParaRPr>
          </a:p>
          <a:p>
            <a:pPr marL="255270" marR="5080" indent="-32384" algn="r">
              <a:lnSpc>
                <a:spcPct val="16260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Apex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Headphones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S938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Nova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M311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Tablet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Pulse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X774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Smartwatch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Apex</a:t>
            </a:r>
            <a:r>
              <a:rPr sz="105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Tablet</a:t>
            </a:r>
            <a:r>
              <a:rPr sz="105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X807</a:t>
            </a:r>
            <a:endParaRPr sz="1050">
              <a:latin typeface="Segoe UI"/>
              <a:cs typeface="Segoe UI"/>
            </a:endParaRPr>
          </a:p>
          <a:p>
            <a:pPr marL="341630" marR="5080" indent="158750" algn="r">
              <a:lnSpc>
                <a:spcPct val="16260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Nova P896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Camera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Nimbus A208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Camera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639537" y="1189926"/>
            <a:ext cx="6258560" cy="2465705"/>
          </a:xfrm>
          <a:custGeom>
            <a:avLst/>
            <a:gdLst/>
            <a:ahLst/>
            <a:cxnLst/>
            <a:rect l="l" t="t" r="r" b="b"/>
            <a:pathLst>
              <a:path w="6258559" h="2465704">
                <a:moveTo>
                  <a:pt x="6028969" y="2341486"/>
                </a:moveTo>
                <a:lnTo>
                  <a:pt x="0" y="2341486"/>
                </a:lnTo>
                <a:lnTo>
                  <a:pt x="0" y="2465540"/>
                </a:lnTo>
                <a:lnTo>
                  <a:pt x="6028969" y="2465540"/>
                </a:lnTo>
                <a:lnTo>
                  <a:pt x="6028969" y="2341486"/>
                </a:lnTo>
                <a:close/>
              </a:path>
              <a:path w="6258559" h="2465704">
                <a:moveTo>
                  <a:pt x="6031471" y="2081314"/>
                </a:moveTo>
                <a:lnTo>
                  <a:pt x="0" y="2081314"/>
                </a:lnTo>
                <a:lnTo>
                  <a:pt x="0" y="2205380"/>
                </a:lnTo>
                <a:lnTo>
                  <a:pt x="6031471" y="2205380"/>
                </a:lnTo>
                <a:lnTo>
                  <a:pt x="6031471" y="2081314"/>
                </a:lnTo>
                <a:close/>
              </a:path>
              <a:path w="6258559" h="2465704">
                <a:moveTo>
                  <a:pt x="6033363" y="1821154"/>
                </a:moveTo>
                <a:lnTo>
                  <a:pt x="0" y="1821154"/>
                </a:lnTo>
                <a:lnTo>
                  <a:pt x="0" y="1945208"/>
                </a:lnTo>
                <a:lnTo>
                  <a:pt x="6033363" y="1945208"/>
                </a:lnTo>
                <a:lnTo>
                  <a:pt x="6033363" y="1821154"/>
                </a:lnTo>
                <a:close/>
              </a:path>
              <a:path w="6258559" h="2465704">
                <a:moveTo>
                  <a:pt x="6111303" y="1560982"/>
                </a:moveTo>
                <a:lnTo>
                  <a:pt x="0" y="1560982"/>
                </a:lnTo>
                <a:lnTo>
                  <a:pt x="0" y="1685048"/>
                </a:lnTo>
                <a:lnTo>
                  <a:pt x="6111303" y="1685048"/>
                </a:lnTo>
                <a:lnTo>
                  <a:pt x="6111303" y="1560982"/>
                </a:lnTo>
                <a:close/>
              </a:path>
              <a:path w="6258559" h="2465704">
                <a:moveTo>
                  <a:pt x="6112192" y="1300822"/>
                </a:moveTo>
                <a:lnTo>
                  <a:pt x="0" y="1300822"/>
                </a:lnTo>
                <a:lnTo>
                  <a:pt x="0" y="1424876"/>
                </a:lnTo>
                <a:lnTo>
                  <a:pt x="6112192" y="1424876"/>
                </a:lnTo>
                <a:lnTo>
                  <a:pt x="6112192" y="1300822"/>
                </a:lnTo>
                <a:close/>
              </a:path>
              <a:path w="6258559" h="2465704">
                <a:moveTo>
                  <a:pt x="6128207" y="1040650"/>
                </a:moveTo>
                <a:lnTo>
                  <a:pt x="0" y="1040650"/>
                </a:lnTo>
                <a:lnTo>
                  <a:pt x="0" y="1164717"/>
                </a:lnTo>
                <a:lnTo>
                  <a:pt x="6128207" y="1164717"/>
                </a:lnTo>
                <a:lnTo>
                  <a:pt x="6128207" y="1040650"/>
                </a:lnTo>
                <a:close/>
              </a:path>
              <a:path w="6258559" h="2465704">
                <a:moveTo>
                  <a:pt x="6180442" y="780491"/>
                </a:moveTo>
                <a:lnTo>
                  <a:pt x="0" y="780491"/>
                </a:lnTo>
                <a:lnTo>
                  <a:pt x="0" y="904544"/>
                </a:lnTo>
                <a:lnTo>
                  <a:pt x="6180442" y="904544"/>
                </a:lnTo>
                <a:lnTo>
                  <a:pt x="6180442" y="780491"/>
                </a:lnTo>
                <a:close/>
              </a:path>
              <a:path w="6258559" h="2465704">
                <a:moveTo>
                  <a:pt x="6200876" y="520331"/>
                </a:moveTo>
                <a:lnTo>
                  <a:pt x="0" y="520331"/>
                </a:lnTo>
                <a:lnTo>
                  <a:pt x="0" y="644385"/>
                </a:lnTo>
                <a:lnTo>
                  <a:pt x="6200876" y="644385"/>
                </a:lnTo>
                <a:lnTo>
                  <a:pt x="6200876" y="520331"/>
                </a:lnTo>
                <a:close/>
              </a:path>
              <a:path w="6258559" h="2465704">
                <a:moveTo>
                  <a:pt x="6202248" y="260159"/>
                </a:moveTo>
                <a:lnTo>
                  <a:pt x="0" y="260159"/>
                </a:lnTo>
                <a:lnTo>
                  <a:pt x="0" y="384225"/>
                </a:lnTo>
                <a:lnTo>
                  <a:pt x="6202248" y="384225"/>
                </a:lnTo>
                <a:lnTo>
                  <a:pt x="6202248" y="260159"/>
                </a:lnTo>
                <a:close/>
              </a:path>
              <a:path w="6258559" h="2465704">
                <a:moveTo>
                  <a:pt x="6257963" y="0"/>
                </a:moveTo>
                <a:lnTo>
                  <a:pt x="0" y="0"/>
                </a:lnTo>
                <a:lnTo>
                  <a:pt x="0" y="124053"/>
                </a:lnTo>
                <a:lnTo>
                  <a:pt x="6257963" y="124053"/>
                </a:lnTo>
                <a:lnTo>
                  <a:pt x="6257963" y="0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7903981" y="1160926"/>
            <a:ext cx="347345" cy="69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4.9M</a:t>
            </a:r>
            <a:endParaRPr sz="950">
              <a:latin typeface="Segoe UI"/>
              <a:cs typeface="Segoe UI"/>
            </a:endParaRPr>
          </a:p>
          <a:p>
            <a:pPr marL="13970">
              <a:lnSpc>
                <a:spcPct val="100000"/>
              </a:lnSpc>
              <a:spcBef>
                <a:spcPts val="90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4.9M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4.9M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7814408" y="1941421"/>
            <a:ext cx="359410" cy="950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4.9M</a:t>
            </a:r>
            <a:endParaRPr sz="950">
              <a:latin typeface="Segoe UI"/>
              <a:cs typeface="Segoe UI"/>
            </a:endParaRPr>
          </a:p>
          <a:p>
            <a:pPr marL="29209">
              <a:lnSpc>
                <a:spcPct val="100000"/>
              </a:lnSpc>
              <a:spcBef>
                <a:spcPts val="90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4.8M</a:t>
            </a:r>
            <a:endParaRPr sz="950">
              <a:latin typeface="Segoe UI"/>
              <a:cs typeface="Segoe UI"/>
            </a:endParaRPr>
          </a:p>
          <a:p>
            <a:pPr marL="13335">
              <a:lnSpc>
                <a:spcPct val="100000"/>
              </a:lnSpc>
              <a:spcBef>
                <a:spcPts val="91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4.8M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4.8M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736469" y="2982082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4.8M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7734568" y="3242247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4.8M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7732072" y="3502411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4.8M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085975" y="4181475"/>
            <a:ext cx="16421100" cy="3343275"/>
            <a:chOff x="2085975" y="4181475"/>
            <a:chExt cx="16421100" cy="3343275"/>
          </a:xfrm>
        </p:grpSpPr>
        <p:sp>
          <p:nvSpPr>
            <p:cNvPr id="58" name="object 58"/>
            <p:cNvSpPr/>
            <p:nvPr/>
          </p:nvSpPr>
          <p:spPr>
            <a:xfrm>
              <a:off x="2090737" y="4186237"/>
              <a:ext cx="16411575" cy="3333750"/>
            </a:xfrm>
            <a:custGeom>
              <a:avLst/>
              <a:gdLst/>
              <a:ahLst/>
              <a:cxnLst/>
              <a:rect l="l" t="t" r="r" b="b"/>
              <a:pathLst>
                <a:path w="16411575" h="3333750">
                  <a:moveTo>
                    <a:pt x="16344826" y="3333749"/>
                  </a:moveTo>
                  <a:lnTo>
                    <a:pt x="66746" y="3333749"/>
                  </a:lnTo>
                  <a:lnTo>
                    <a:pt x="62101" y="3333292"/>
                  </a:lnTo>
                  <a:lnTo>
                    <a:pt x="24240" y="3316142"/>
                  </a:lnTo>
                  <a:lnTo>
                    <a:pt x="2287" y="3280849"/>
                  </a:lnTo>
                  <a:lnTo>
                    <a:pt x="0" y="3267002"/>
                  </a:lnTo>
                  <a:lnTo>
                    <a:pt x="0" y="32623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6344826" y="0"/>
                  </a:lnTo>
                  <a:lnTo>
                    <a:pt x="16383722" y="14645"/>
                  </a:lnTo>
                  <a:lnTo>
                    <a:pt x="16407928" y="48433"/>
                  </a:lnTo>
                  <a:lnTo>
                    <a:pt x="16411572" y="66746"/>
                  </a:lnTo>
                  <a:lnTo>
                    <a:pt x="16411572" y="3267002"/>
                  </a:lnTo>
                  <a:lnTo>
                    <a:pt x="16396926" y="3305900"/>
                  </a:lnTo>
                  <a:lnTo>
                    <a:pt x="16363138" y="3330106"/>
                  </a:lnTo>
                  <a:lnTo>
                    <a:pt x="16349471" y="3333292"/>
                  </a:lnTo>
                  <a:lnTo>
                    <a:pt x="16344826" y="3333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090737" y="4186237"/>
              <a:ext cx="16411575" cy="3333750"/>
            </a:xfrm>
            <a:custGeom>
              <a:avLst/>
              <a:gdLst/>
              <a:ahLst/>
              <a:cxnLst/>
              <a:rect l="l" t="t" r="r" b="b"/>
              <a:pathLst>
                <a:path w="16411575" h="3333750">
                  <a:moveTo>
                    <a:pt x="0" y="32623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6340136" y="0"/>
                  </a:lnTo>
                  <a:lnTo>
                    <a:pt x="16344826" y="0"/>
                  </a:lnTo>
                  <a:lnTo>
                    <a:pt x="16349471" y="457"/>
                  </a:lnTo>
                  <a:lnTo>
                    <a:pt x="16387332" y="17606"/>
                  </a:lnTo>
                  <a:lnTo>
                    <a:pt x="16409283" y="52900"/>
                  </a:lnTo>
                  <a:lnTo>
                    <a:pt x="16411573" y="71437"/>
                  </a:lnTo>
                  <a:lnTo>
                    <a:pt x="16411573" y="3262312"/>
                  </a:lnTo>
                  <a:lnTo>
                    <a:pt x="16399532" y="3302000"/>
                  </a:lnTo>
                  <a:lnTo>
                    <a:pt x="16367471" y="3328311"/>
                  </a:lnTo>
                  <a:lnTo>
                    <a:pt x="16344826" y="3333749"/>
                  </a:lnTo>
                  <a:lnTo>
                    <a:pt x="16340136" y="3333749"/>
                  </a:lnTo>
                  <a:lnTo>
                    <a:pt x="71437" y="3333749"/>
                  </a:lnTo>
                  <a:lnTo>
                    <a:pt x="66746" y="3333749"/>
                  </a:lnTo>
                  <a:lnTo>
                    <a:pt x="62101" y="3333292"/>
                  </a:lnTo>
                  <a:lnTo>
                    <a:pt x="31748" y="3321709"/>
                  </a:lnTo>
                  <a:lnTo>
                    <a:pt x="27848" y="3319103"/>
                  </a:lnTo>
                  <a:lnTo>
                    <a:pt x="3642" y="3285316"/>
                  </a:lnTo>
                  <a:lnTo>
                    <a:pt x="0" y="3267002"/>
                  </a:lnTo>
                  <a:lnTo>
                    <a:pt x="0" y="3262312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214643" y="4267263"/>
            <a:ext cx="21831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0" dirty="0">
                <a:solidFill>
                  <a:srgbClr val="242424"/>
                </a:solidFill>
                <a:latin typeface="Tahoma"/>
                <a:cs typeface="Tahoma"/>
              </a:rPr>
              <a:t>Category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42424"/>
                </a:solidFill>
                <a:latin typeface="Tahoma"/>
                <a:cs typeface="Tahoma"/>
              </a:rPr>
              <a:t>Profitability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235200" y="4597399"/>
            <a:ext cx="5580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 of revenue, Sum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 gross_profit and Average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gross_margin_pct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 by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category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2671762" y="5067299"/>
            <a:ext cx="15325725" cy="1755775"/>
            <a:chOff x="2671762" y="5067299"/>
            <a:chExt cx="15325725" cy="1755775"/>
          </a:xfrm>
        </p:grpSpPr>
        <p:sp>
          <p:nvSpPr>
            <p:cNvPr id="63" name="object 63"/>
            <p:cNvSpPr/>
            <p:nvPr/>
          </p:nvSpPr>
          <p:spPr>
            <a:xfrm>
              <a:off x="2676524" y="6818311"/>
              <a:ext cx="15316200" cy="0"/>
            </a:xfrm>
            <a:custGeom>
              <a:avLst/>
              <a:gdLst/>
              <a:ahLst/>
              <a:cxnLst/>
              <a:rect l="l" t="t" r="r" b="b"/>
              <a:pathLst>
                <a:path w="15316200">
                  <a:moveTo>
                    <a:pt x="0" y="0"/>
                  </a:moveTo>
                  <a:lnTo>
                    <a:pt x="15316198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676524" y="5945187"/>
              <a:ext cx="15316200" cy="0"/>
            </a:xfrm>
            <a:custGeom>
              <a:avLst/>
              <a:gdLst/>
              <a:ahLst/>
              <a:cxnLst/>
              <a:rect l="l" t="t" r="r" b="b"/>
              <a:pathLst>
                <a:path w="15316200">
                  <a:moveTo>
                    <a:pt x="0" y="0"/>
                  </a:moveTo>
                  <a:lnTo>
                    <a:pt x="839243" y="0"/>
                  </a:lnTo>
                </a:path>
                <a:path w="15316200">
                  <a:moveTo>
                    <a:pt x="1821051" y="0"/>
                  </a:moveTo>
                  <a:lnTo>
                    <a:pt x="15316198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676524" y="5072062"/>
              <a:ext cx="15316200" cy="0"/>
            </a:xfrm>
            <a:custGeom>
              <a:avLst/>
              <a:gdLst/>
              <a:ahLst/>
              <a:cxnLst/>
              <a:rect l="l" t="t" r="r" b="b"/>
              <a:pathLst>
                <a:path w="15316200">
                  <a:moveTo>
                    <a:pt x="0" y="0"/>
                  </a:moveTo>
                  <a:lnTo>
                    <a:pt x="15316198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935574" y="6818311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7935574" y="5726906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2241897" y="6714975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0.0bn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241897" y="5841851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0.5bn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241897" y="4968725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1.0bn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8075275" y="6723720"/>
            <a:ext cx="1892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0%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8075275" y="5632315"/>
            <a:ext cx="2546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50%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010097" y="6838949"/>
            <a:ext cx="4533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fashion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940180" y="6838949"/>
            <a:ext cx="7893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home_goods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2286683" y="6838949"/>
            <a:ext cx="2921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auto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4395955" y="6838949"/>
            <a:ext cx="2698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6437509" y="6838949"/>
            <a:ext cx="3835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books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3515768" y="5301003"/>
            <a:ext cx="13570585" cy="1512570"/>
            <a:chOff x="3515768" y="5301003"/>
            <a:chExt cx="13570585" cy="1512570"/>
          </a:xfrm>
        </p:grpSpPr>
        <p:sp>
          <p:nvSpPr>
            <p:cNvPr id="79" name="object 79"/>
            <p:cNvSpPr/>
            <p:nvPr/>
          </p:nvSpPr>
          <p:spPr>
            <a:xfrm>
              <a:off x="3515766" y="5533948"/>
              <a:ext cx="13570585" cy="1280160"/>
            </a:xfrm>
            <a:custGeom>
              <a:avLst/>
              <a:gdLst/>
              <a:ahLst/>
              <a:cxnLst/>
              <a:rect l="l" t="t" r="r" b="b"/>
              <a:pathLst>
                <a:path w="13570585" h="1280159">
                  <a:moveTo>
                    <a:pt x="981798" y="0"/>
                  </a:moveTo>
                  <a:lnTo>
                    <a:pt x="0" y="0"/>
                  </a:lnTo>
                  <a:lnTo>
                    <a:pt x="0" y="1279601"/>
                  </a:lnTo>
                  <a:lnTo>
                    <a:pt x="981798" y="1279601"/>
                  </a:lnTo>
                  <a:lnTo>
                    <a:pt x="981798" y="0"/>
                  </a:lnTo>
                  <a:close/>
                </a:path>
                <a:path w="13570585" h="1280159">
                  <a:moveTo>
                    <a:pt x="3079915" y="1089101"/>
                  </a:moveTo>
                  <a:lnTo>
                    <a:pt x="2098103" y="1089101"/>
                  </a:lnTo>
                  <a:lnTo>
                    <a:pt x="2098103" y="1279601"/>
                  </a:lnTo>
                  <a:lnTo>
                    <a:pt x="3079915" y="1279601"/>
                  </a:lnTo>
                  <a:lnTo>
                    <a:pt x="3079915" y="1089101"/>
                  </a:lnTo>
                  <a:close/>
                </a:path>
                <a:path w="13570585" h="1280159">
                  <a:moveTo>
                    <a:pt x="5178018" y="1161173"/>
                  </a:moveTo>
                  <a:lnTo>
                    <a:pt x="4196219" y="1161173"/>
                  </a:lnTo>
                  <a:lnTo>
                    <a:pt x="4196219" y="1279601"/>
                  </a:lnTo>
                  <a:lnTo>
                    <a:pt x="5178018" y="1279601"/>
                  </a:lnTo>
                  <a:lnTo>
                    <a:pt x="5178018" y="1161173"/>
                  </a:lnTo>
                  <a:close/>
                </a:path>
                <a:path w="13570585" h="1280159">
                  <a:moveTo>
                    <a:pt x="7276135" y="1220444"/>
                  </a:moveTo>
                  <a:lnTo>
                    <a:pt x="6294323" y="1220444"/>
                  </a:lnTo>
                  <a:lnTo>
                    <a:pt x="6294323" y="1279601"/>
                  </a:lnTo>
                  <a:lnTo>
                    <a:pt x="7276135" y="1279601"/>
                  </a:lnTo>
                  <a:lnTo>
                    <a:pt x="7276135" y="1220444"/>
                  </a:lnTo>
                  <a:close/>
                </a:path>
                <a:path w="13570585" h="1280159">
                  <a:moveTo>
                    <a:pt x="9374238" y="1242542"/>
                  </a:moveTo>
                  <a:lnTo>
                    <a:pt x="8392439" y="1242542"/>
                  </a:lnTo>
                  <a:lnTo>
                    <a:pt x="8392439" y="1279601"/>
                  </a:lnTo>
                  <a:lnTo>
                    <a:pt x="9374238" y="1279601"/>
                  </a:lnTo>
                  <a:lnTo>
                    <a:pt x="9374238" y="1242542"/>
                  </a:lnTo>
                  <a:close/>
                </a:path>
                <a:path w="13570585" h="1280159">
                  <a:moveTo>
                    <a:pt x="11472355" y="1257630"/>
                  </a:moveTo>
                  <a:lnTo>
                    <a:pt x="10490543" y="1257630"/>
                  </a:lnTo>
                  <a:lnTo>
                    <a:pt x="10490543" y="1279601"/>
                  </a:lnTo>
                  <a:lnTo>
                    <a:pt x="11472355" y="1279601"/>
                  </a:lnTo>
                  <a:lnTo>
                    <a:pt x="11472355" y="1257630"/>
                  </a:lnTo>
                  <a:close/>
                </a:path>
                <a:path w="13570585" h="1280159">
                  <a:moveTo>
                    <a:pt x="13570458" y="1269555"/>
                  </a:moveTo>
                  <a:lnTo>
                    <a:pt x="12588646" y="1269555"/>
                  </a:lnTo>
                  <a:lnTo>
                    <a:pt x="12588646" y="1279601"/>
                  </a:lnTo>
                  <a:lnTo>
                    <a:pt x="13570458" y="1279601"/>
                  </a:lnTo>
                  <a:lnTo>
                    <a:pt x="13570458" y="126955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515766" y="5301004"/>
              <a:ext cx="13570585" cy="1503045"/>
            </a:xfrm>
            <a:custGeom>
              <a:avLst/>
              <a:gdLst/>
              <a:ahLst/>
              <a:cxnLst/>
              <a:rect l="l" t="t" r="r" b="b"/>
              <a:pathLst>
                <a:path w="13570585" h="1503045">
                  <a:moveTo>
                    <a:pt x="981798" y="0"/>
                  </a:moveTo>
                  <a:lnTo>
                    <a:pt x="0" y="0"/>
                  </a:lnTo>
                  <a:lnTo>
                    <a:pt x="0" y="213893"/>
                  </a:lnTo>
                  <a:lnTo>
                    <a:pt x="981798" y="213893"/>
                  </a:lnTo>
                  <a:lnTo>
                    <a:pt x="981798" y="0"/>
                  </a:lnTo>
                  <a:close/>
                </a:path>
                <a:path w="13570585" h="1503045">
                  <a:moveTo>
                    <a:pt x="3079915" y="1244600"/>
                  </a:moveTo>
                  <a:lnTo>
                    <a:pt x="2098103" y="1244600"/>
                  </a:lnTo>
                  <a:lnTo>
                    <a:pt x="2098103" y="1302994"/>
                  </a:lnTo>
                  <a:lnTo>
                    <a:pt x="3079915" y="1302994"/>
                  </a:lnTo>
                  <a:lnTo>
                    <a:pt x="3079915" y="1244600"/>
                  </a:lnTo>
                  <a:close/>
                </a:path>
                <a:path w="13570585" h="1503045">
                  <a:moveTo>
                    <a:pt x="5178018" y="1320126"/>
                  </a:moveTo>
                  <a:lnTo>
                    <a:pt x="4196219" y="1320126"/>
                  </a:lnTo>
                  <a:lnTo>
                    <a:pt x="4196219" y="1375067"/>
                  </a:lnTo>
                  <a:lnTo>
                    <a:pt x="5178018" y="1375067"/>
                  </a:lnTo>
                  <a:lnTo>
                    <a:pt x="5178018" y="1320126"/>
                  </a:lnTo>
                  <a:close/>
                </a:path>
                <a:path w="13570585" h="1503045">
                  <a:moveTo>
                    <a:pt x="7276135" y="1424254"/>
                  </a:moveTo>
                  <a:lnTo>
                    <a:pt x="6294323" y="1424254"/>
                  </a:lnTo>
                  <a:lnTo>
                    <a:pt x="6294323" y="1434338"/>
                  </a:lnTo>
                  <a:lnTo>
                    <a:pt x="7276135" y="1434338"/>
                  </a:lnTo>
                  <a:lnTo>
                    <a:pt x="7276135" y="1424254"/>
                  </a:lnTo>
                  <a:close/>
                </a:path>
                <a:path w="13570585" h="1503045">
                  <a:moveTo>
                    <a:pt x="9374238" y="1465973"/>
                  </a:moveTo>
                  <a:lnTo>
                    <a:pt x="8392439" y="1465973"/>
                  </a:lnTo>
                  <a:lnTo>
                    <a:pt x="8392439" y="1475486"/>
                  </a:lnTo>
                  <a:lnTo>
                    <a:pt x="9374238" y="1475486"/>
                  </a:lnTo>
                  <a:lnTo>
                    <a:pt x="9374238" y="1465973"/>
                  </a:lnTo>
                  <a:close/>
                </a:path>
                <a:path w="13570585" h="1503045">
                  <a:moveTo>
                    <a:pt x="11472355" y="1478419"/>
                  </a:moveTo>
                  <a:lnTo>
                    <a:pt x="10490543" y="1478419"/>
                  </a:lnTo>
                  <a:lnTo>
                    <a:pt x="10490543" y="1487944"/>
                  </a:lnTo>
                  <a:lnTo>
                    <a:pt x="11472355" y="1487944"/>
                  </a:lnTo>
                  <a:lnTo>
                    <a:pt x="11472355" y="1478419"/>
                  </a:lnTo>
                  <a:close/>
                </a:path>
                <a:path w="13570585" h="1503045">
                  <a:moveTo>
                    <a:pt x="13570458" y="1498498"/>
                  </a:moveTo>
                  <a:lnTo>
                    <a:pt x="12588646" y="1498498"/>
                  </a:lnTo>
                  <a:lnTo>
                    <a:pt x="12588646" y="1502498"/>
                  </a:lnTo>
                  <a:lnTo>
                    <a:pt x="13570458" y="1502498"/>
                  </a:lnTo>
                  <a:lnTo>
                    <a:pt x="13570458" y="1498498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040296" y="5451434"/>
              <a:ext cx="12588875" cy="967105"/>
            </a:xfrm>
            <a:custGeom>
              <a:avLst/>
              <a:gdLst/>
              <a:ahLst/>
              <a:cxnLst/>
              <a:rect l="l" t="t" r="r" b="b"/>
              <a:pathLst>
                <a:path w="12588875" h="967104">
                  <a:moveTo>
                    <a:pt x="0" y="966489"/>
                  </a:moveTo>
                  <a:lnTo>
                    <a:pt x="49954" y="954689"/>
                  </a:lnTo>
                  <a:lnTo>
                    <a:pt x="99909" y="942889"/>
                  </a:lnTo>
                  <a:lnTo>
                    <a:pt x="149864" y="931090"/>
                  </a:lnTo>
                  <a:lnTo>
                    <a:pt x="199819" y="919292"/>
                  </a:lnTo>
                  <a:lnTo>
                    <a:pt x="249774" y="907495"/>
                  </a:lnTo>
                  <a:lnTo>
                    <a:pt x="299729" y="895700"/>
                  </a:lnTo>
                  <a:lnTo>
                    <a:pt x="349684" y="883907"/>
                  </a:lnTo>
                  <a:lnTo>
                    <a:pt x="399639" y="872116"/>
                  </a:lnTo>
                  <a:lnTo>
                    <a:pt x="449594" y="860328"/>
                  </a:lnTo>
                  <a:lnTo>
                    <a:pt x="499549" y="848543"/>
                  </a:lnTo>
                  <a:lnTo>
                    <a:pt x="549504" y="836762"/>
                  </a:lnTo>
                  <a:lnTo>
                    <a:pt x="599459" y="824983"/>
                  </a:lnTo>
                  <a:lnTo>
                    <a:pt x="649414" y="813209"/>
                  </a:lnTo>
                  <a:lnTo>
                    <a:pt x="699369" y="801440"/>
                  </a:lnTo>
                  <a:lnTo>
                    <a:pt x="749324" y="789675"/>
                  </a:lnTo>
                  <a:lnTo>
                    <a:pt x="799279" y="777915"/>
                  </a:lnTo>
                  <a:lnTo>
                    <a:pt x="849234" y="766160"/>
                  </a:lnTo>
                  <a:lnTo>
                    <a:pt x="899189" y="754411"/>
                  </a:lnTo>
                  <a:lnTo>
                    <a:pt x="949144" y="742668"/>
                  </a:lnTo>
                  <a:lnTo>
                    <a:pt x="999099" y="730931"/>
                  </a:lnTo>
                  <a:lnTo>
                    <a:pt x="1049054" y="719201"/>
                  </a:lnTo>
                  <a:lnTo>
                    <a:pt x="1099009" y="707478"/>
                  </a:lnTo>
                  <a:lnTo>
                    <a:pt x="1148964" y="695763"/>
                  </a:lnTo>
                  <a:lnTo>
                    <a:pt x="1198919" y="684055"/>
                  </a:lnTo>
                  <a:lnTo>
                    <a:pt x="1248874" y="672355"/>
                  </a:lnTo>
                  <a:lnTo>
                    <a:pt x="1298829" y="660663"/>
                  </a:lnTo>
                  <a:lnTo>
                    <a:pt x="1348784" y="648980"/>
                  </a:lnTo>
                  <a:lnTo>
                    <a:pt x="1398739" y="637306"/>
                  </a:lnTo>
                  <a:lnTo>
                    <a:pt x="1448694" y="625641"/>
                  </a:lnTo>
                  <a:lnTo>
                    <a:pt x="1498649" y="613987"/>
                  </a:lnTo>
                  <a:lnTo>
                    <a:pt x="1548604" y="602342"/>
                  </a:lnTo>
                  <a:lnTo>
                    <a:pt x="1598559" y="590707"/>
                  </a:lnTo>
                  <a:lnTo>
                    <a:pt x="1648514" y="579083"/>
                  </a:lnTo>
                  <a:lnTo>
                    <a:pt x="1698469" y="567470"/>
                  </a:lnTo>
                  <a:lnTo>
                    <a:pt x="1748424" y="555869"/>
                  </a:lnTo>
                  <a:lnTo>
                    <a:pt x="1798379" y="544279"/>
                  </a:lnTo>
                  <a:lnTo>
                    <a:pt x="1848334" y="532701"/>
                  </a:lnTo>
                  <a:lnTo>
                    <a:pt x="1898289" y="521136"/>
                  </a:lnTo>
                  <a:lnTo>
                    <a:pt x="1948244" y="509583"/>
                  </a:lnTo>
                  <a:lnTo>
                    <a:pt x="1998199" y="498043"/>
                  </a:lnTo>
                  <a:lnTo>
                    <a:pt x="2048154" y="486516"/>
                  </a:lnTo>
                  <a:lnTo>
                    <a:pt x="2098109" y="475004"/>
                  </a:lnTo>
                  <a:lnTo>
                    <a:pt x="2146902" y="463523"/>
                  </a:lnTo>
                  <a:lnTo>
                    <a:pt x="2195695" y="451582"/>
                  </a:lnTo>
                  <a:lnTo>
                    <a:pt x="2244489" y="439216"/>
                  </a:lnTo>
                  <a:lnTo>
                    <a:pt x="2293282" y="426459"/>
                  </a:lnTo>
                  <a:lnTo>
                    <a:pt x="2342075" y="413347"/>
                  </a:lnTo>
                  <a:lnTo>
                    <a:pt x="2390868" y="399915"/>
                  </a:lnTo>
                  <a:lnTo>
                    <a:pt x="2439662" y="386198"/>
                  </a:lnTo>
                  <a:lnTo>
                    <a:pt x="2488455" y="372232"/>
                  </a:lnTo>
                  <a:lnTo>
                    <a:pt x="2537248" y="358052"/>
                  </a:lnTo>
                  <a:lnTo>
                    <a:pt x="2586041" y="343693"/>
                  </a:lnTo>
                  <a:lnTo>
                    <a:pt x="2634835" y="329191"/>
                  </a:lnTo>
                  <a:lnTo>
                    <a:pt x="2683628" y="314580"/>
                  </a:lnTo>
                  <a:lnTo>
                    <a:pt x="2732421" y="299895"/>
                  </a:lnTo>
                  <a:lnTo>
                    <a:pt x="2781214" y="285173"/>
                  </a:lnTo>
                  <a:lnTo>
                    <a:pt x="2830008" y="270447"/>
                  </a:lnTo>
                  <a:lnTo>
                    <a:pt x="2878801" y="255754"/>
                  </a:lnTo>
                  <a:lnTo>
                    <a:pt x="2927594" y="241129"/>
                  </a:lnTo>
                  <a:lnTo>
                    <a:pt x="2976387" y="226606"/>
                  </a:lnTo>
                  <a:lnTo>
                    <a:pt x="3025180" y="212222"/>
                  </a:lnTo>
                  <a:lnTo>
                    <a:pt x="3073974" y="198011"/>
                  </a:lnTo>
                  <a:lnTo>
                    <a:pt x="3122767" y="184008"/>
                  </a:lnTo>
                  <a:lnTo>
                    <a:pt x="3171560" y="170249"/>
                  </a:lnTo>
                  <a:lnTo>
                    <a:pt x="3220353" y="156769"/>
                  </a:lnTo>
                  <a:lnTo>
                    <a:pt x="3269147" y="143604"/>
                  </a:lnTo>
                  <a:lnTo>
                    <a:pt x="3317940" y="130787"/>
                  </a:lnTo>
                  <a:lnTo>
                    <a:pt x="3366733" y="118356"/>
                  </a:lnTo>
                  <a:lnTo>
                    <a:pt x="3415526" y="106344"/>
                  </a:lnTo>
                  <a:lnTo>
                    <a:pt x="3464320" y="94787"/>
                  </a:lnTo>
                  <a:lnTo>
                    <a:pt x="3513113" y="83721"/>
                  </a:lnTo>
                  <a:lnTo>
                    <a:pt x="3561906" y="73180"/>
                  </a:lnTo>
                  <a:lnTo>
                    <a:pt x="3610699" y="63200"/>
                  </a:lnTo>
                  <a:lnTo>
                    <a:pt x="3659493" y="53816"/>
                  </a:lnTo>
                  <a:lnTo>
                    <a:pt x="3708286" y="45063"/>
                  </a:lnTo>
                  <a:lnTo>
                    <a:pt x="3757079" y="36976"/>
                  </a:lnTo>
                  <a:lnTo>
                    <a:pt x="3805872" y="29591"/>
                  </a:lnTo>
                  <a:lnTo>
                    <a:pt x="3854665" y="22943"/>
                  </a:lnTo>
                  <a:lnTo>
                    <a:pt x="3903459" y="17068"/>
                  </a:lnTo>
                  <a:lnTo>
                    <a:pt x="3952252" y="11999"/>
                  </a:lnTo>
                  <a:lnTo>
                    <a:pt x="4001045" y="7773"/>
                  </a:lnTo>
                  <a:lnTo>
                    <a:pt x="4049838" y="4425"/>
                  </a:lnTo>
                  <a:lnTo>
                    <a:pt x="4098632" y="1990"/>
                  </a:lnTo>
                  <a:lnTo>
                    <a:pt x="4147425" y="503"/>
                  </a:lnTo>
                  <a:lnTo>
                    <a:pt x="4196218" y="0"/>
                  </a:lnTo>
                  <a:lnTo>
                    <a:pt x="4246173" y="257"/>
                  </a:lnTo>
                  <a:lnTo>
                    <a:pt x="4296128" y="1021"/>
                  </a:lnTo>
                  <a:lnTo>
                    <a:pt x="4346083" y="2278"/>
                  </a:lnTo>
                  <a:lnTo>
                    <a:pt x="4396038" y="4012"/>
                  </a:lnTo>
                  <a:lnTo>
                    <a:pt x="4445993" y="6212"/>
                  </a:lnTo>
                  <a:lnTo>
                    <a:pt x="4495948" y="8862"/>
                  </a:lnTo>
                  <a:lnTo>
                    <a:pt x="4545903" y="11949"/>
                  </a:lnTo>
                  <a:lnTo>
                    <a:pt x="4595858" y="15459"/>
                  </a:lnTo>
                  <a:lnTo>
                    <a:pt x="4645813" y="19378"/>
                  </a:lnTo>
                  <a:lnTo>
                    <a:pt x="4695768" y="23693"/>
                  </a:lnTo>
                  <a:lnTo>
                    <a:pt x="4745723" y="28388"/>
                  </a:lnTo>
                  <a:lnTo>
                    <a:pt x="4795678" y="33451"/>
                  </a:lnTo>
                  <a:lnTo>
                    <a:pt x="4845633" y="38868"/>
                  </a:lnTo>
                  <a:lnTo>
                    <a:pt x="4895588" y="44624"/>
                  </a:lnTo>
                  <a:lnTo>
                    <a:pt x="4945543" y="50707"/>
                  </a:lnTo>
                  <a:lnTo>
                    <a:pt x="4995498" y="57101"/>
                  </a:lnTo>
                  <a:lnTo>
                    <a:pt x="5045453" y="63793"/>
                  </a:lnTo>
                  <a:lnTo>
                    <a:pt x="5095408" y="70769"/>
                  </a:lnTo>
                  <a:lnTo>
                    <a:pt x="5145363" y="78016"/>
                  </a:lnTo>
                  <a:lnTo>
                    <a:pt x="5195318" y="85519"/>
                  </a:lnTo>
                  <a:lnTo>
                    <a:pt x="5245273" y="93264"/>
                  </a:lnTo>
                  <a:lnTo>
                    <a:pt x="5295228" y="101238"/>
                  </a:lnTo>
                  <a:lnTo>
                    <a:pt x="5345183" y="109427"/>
                  </a:lnTo>
                  <a:lnTo>
                    <a:pt x="5395138" y="117817"/>
                  </a:lnTo>
                  <a:lnTo>
                    <a:pt x="5445093" y="126394"/>
                  </a:lnTo>
                  <a:lnTo>
                    <a:pt x="5495048" y="135144"/>
                  </a:lnTo>
                  <a:lnTo>
                    <a:pt x="5545003" y="144053"/>
                  </a:lnTo>
                  <a:lnTo>
                    <a:pt x="5594958" y="153108"/>
                  </a:lnTo>
                  <a:lnTo>
                    <a:pt x="5644913" y="162294"/>
                  </a:lnTo>
                  <a:lnTo>
                    <a:pt x="5694868" y="171598"/>
                  </a:lnTo>
                  <a:lnTo>
                    <a:pt x="5744823" y="181005"/>
                  </a:lnTo>
                  <a:lnTo>
                    <a:pt x="5794778" y="190503"/>
                  </a:lnTo>
                  <a:lnTo>
                    <a:pt x="5844733" y="200076"/>
                  </a:lnTo>
                  <a:lnTo>
                    <a:pt x="5894688" y="209711"/>
                  </a:lnTo>
                  <a:lnTo>
                    <a:pt x="5944643" y="219395"/>
                  </a:lnTo>
                  <a:lnTo>
                    <a:pt x="5994598" y="229113"/>
                  </a:lnTo>
                  <a:lnTo>
                    <a:pt x="6044553" y="238851"/>
                  </a:lnTo>
                  <a:lnTo>
                    <a:pt x="6094508" y="248596"/>
                  </a:lnTo>
                  <a:lnTo>
                    <a:pt x="6144463" y="258334"/>
                  </a:lnTo>
                  <a:lnTo>
                    <a:pt x="6194418" y="268050"/>
                  </a:lnTo>
                  <a:lnTo>
                    <a:pt x="6244373" y="277732"/>
                  </a:lnTo>
                  <a:lnTo>
                    <a:pt x="6294328" y="287364"/>
                  </a:lnTo>
                  <a:lnTo>
                    <a:pt x="6342012" y="296912"/>
                  </a:lnTo>
                  <a:lnTo>
                    <a:pt x="6389696" y="307191"/>
                  </a:lnTo>
                  <a:lnTo>
                    <a:pt x="6437381" y="318156"/>
                  </a:lnTo>
                  <a:lnTo>
                    <a:pt x="6485065" y="329763"/>
                  </a:lnTo>
                  <a:lnTo>
                    <a:pt x="6532749" y="341968"/>
                  </a:lnTo>
                  <a:lnTo>
                    <a:pt x="6580434" y="354724"/>
                  </a:lnTo>
                  <a:lnTo>
                    <a:pt x="6628118" y="367989"/>
                  </a:lnTo>
                  <a:lnTo>
                    <a:pt x="6675802" y="381716"/>
                  </a:lnTo>
                  <a:lnTo>
                    <a:pt x="6723487" y="395861"/>
                  </a:lnTo>
                  <a:lnTo>
                    <a:pt x="6771171" y="410380"/>
                  </a:lnTo>
                  <a:lnTo>
                    <a:pt x="6818855" y="425227"/>
                  </a:lnTo>
                  <a:lnTo>
                    <a:pt x="6866539" y="440359"/>
                  </a:lnTo>
                  <a:lnTo>
                    <a:pt x="6914224" y="455729"/>
                  </a:lnTo>
                  <a:lnTo>
                    <a:pt x="6961908" y="471294"/>
                  </a:lnTo>
                  <a:lnTo>
                    <a:pt x="7009592" y="487008"/>
                  </a:lnTo>
                  <a:lnTo>
                    <a:pt x="7057277" y="502828"/>
                  </a:lnTo>
                  <a:lnTo>
                    <a:pt x="7104961" y="518707"/>
                  </a:lnTo>
                  <a:lnTo>
                    <a:pt x="7152645" y="534602"/>
                  </a:lnTo>
                  <a:lnTo>
                    <a:pt x="7200330" y="550468"/>
                  </a:lnTo>
                  <a:lnTo>
                    <a:pt x="7248014" y="566259"/>
                  </a:lnTo>
                  <a:lnTo>
                    <a:pt x="7295698" y="581932"/>
                  </a:lnTo>
                  <a:lnTo>
                    <a:pt x="7343382" y="597441"/>
                  </a:lnTo>
                  <a:lnTo>
                    <a:pt x="7391067" y="612741"/>
                  </a:lnTo>
                  <a:lnTo>
                    <a:pt x="7438751" y="627789"/>
                  </a:lnTo>
                  <a:lnTo>
                    <a:pt x="7486435" y="642539"/>
                  </a:lnTo>
                  <a:lnTo>
                    <a:pt x="7534120" y="656946"/>
                  </a:lnTo>
                  <a:lnTo>
                    <a:pt x="7581804" y="670966"/>
                  </a:lnTo>
                  <a:lnTo>
                    <a:pt x="7629488" y="684553"/>
                  </a:lnTo>
                  <a:lnTo>
                    <a:pt x="7677172" y="697664"/>
                  </a:lnTo>
                  <a:lnTo>
                    <a:pt x="7724857" y="710254"/>
                  </a:lnTo>
                  <a:lnTo>
                    <a:pt x="7772541" y="722277"/>
                  </a:lnTo>
                  <a:lnTo>
                    <a:pt x="7820225" y="733689"/>
                  </a:lnTo>
                  <a:lnTo>
                    <a:pt x="7867910" y="744445"/>
                  </a:lnTo>
                  <a:lnTo>
                    <a:pt x="7915594" y="754501"/>
                  </a:lnTo>
                  <a:lnTo>
                    <a:pt x="7963278" y="763811"/>
                  </a:lnTo>
                  <a:lnTo>
                    <a:pt x="8010962" y="772331"/>
                  </a:lnTo>
                  <a:lnTo>
                    <a:pt x="8058647" y="780017"/>
                  </a:lnTo>
                  <a:lnTo>
                    <a:pt x="8106331" y="786823"/>
                  </a:lnTo>
                  <a:lnTo>
                    <a:pt x="8154015" y="792704"/>
                  </a:lnTo>
                  <a:lnTo>
                    <a:pt x="8201700" y="797617"/>
                  </a:lnTo>
                  <a:lnTo>
                    <a:pt x="8249384" y="801516"/>
                  </a:lnTo>
                  <a:lnTo>
                    <a:pt x="8297068" y="804356"/>
                  </a:lnTo>
                  <a:lnTo>
                    <a:pt x="8344752" y="806093"/>
                  </a:lnTo>
                  <a:lnTo>
                    <a:pt x="8392437" y="806682"/>
                  </a:lnTo>
                  <a:lnTo>
                    <a:pt x="8438048" y="805776"/>
                  </a:lnTo>
                  <a:lnTo>
                    <a:pt x="8483659" y="803112"/>
                  </a:lnTo>
                  <a:lnTo>
                    <a:pt x="8529270" y="798770"/>
                  </a:lnTo>
                  <a:lnTo>
                    <a:pt x="8574881" y="792829"/>
                  </a:lnTo>
                  <a:lnTo>
                    <a:pt x="8620492" y="785370"/>
                  </a:lnTo>
                  <a:lnTo>
                    <a:pt x="8666103" y="776473"/>
                  </a:lnTo>
                  <a:lnTo>
                    <a:pt x="8711714" y="766216"/>
                  </a:lnTo>
                  <a:lnTo>
                    <a:pt x="8757325" y="754681"/>
                  </a:lnTo>
                  <a:lnTo>
                    <a:pt x="8802937" y="741948"/>
                  </a:lnTo>
                  <a:lnTo>
                    <a:pt x="8848548" y="728095"/>
                  </a:lnTo>
                  <a:lnTo>
                    <a:pt x="8894159" y="713204"/>
                  </a:lnTo>
                  <a:lnTo>
                    <a:pt x="8939770" y="697353"/>
                  </a:lnTo>
                  <a:lnTo>
                    <a:pt x="8985381" y="680623"/>
                  </a:lnTo>
                  <a:lnTo>
                    <a:pt x="9030992" y="663095"/>
                  </a:lnTo>
                  <a:lnTo>
                    <a:pt x="9076603" y="644847"/>
                  </a:lnTo>
                  <a:lnTo>
                    <a:pt x="9122214" y="625959"/>
                  </a:lnTo>
                  <a:lnTo>
                    <a:pt x="9167825" y="606512"/>
                  </a:lnTo>
                  <a:lnTo>
                    <a:pt x="9213436" y="586586"/>
                  </a:lnTo>
                  <a:lnTo>
                    <a:pt x="9259047" y="566260"/>
                  </a:lnTo>
                  <a:lnTo>
                    <a:pt x="9304659" y="545614"/>
                  </a:lnTo>
                  <a:lnTo>
                    <a:pt x="9350270" y="524729"/>
                  </a:lnTo>
                  <a:lnTo>
                    <a:pt x="9395881" y="503684"/>
                  </a:lnTo>
                  <a:lnTo>
                    <a:pt x="9441492" y="482558"/>
                  </a:lnTo>
                  <a:lnTo>
                    <a:pt x="9487103" y="461433"/>
                  </a:lnTo>
                  <a:lnTo>
                    <a:pt x="9532714" y="440388"/>
                  </a:lnTo>
                  <a:lnTo>
                    <a:pt x="9578325" y="419503"/>
                  </a:lnTo>
                  <a:lnTo>
                    <a:pt x="9623936" y="398857"/>
                  </a:lnTo>
                  <a:lnTo>
                    <a:pt x="9669547" y="378531"/>
                  </a:lnTo>
                  <a:lnTo>
                    <a:pt x="9715158" y="358605"/>
                  </a:lnTo>
                  <a:lnTo>
                    <a:pt x="9760769" y="339158"/>
                  </a:lnTo>
                  <a:lnTo>
                    <a:pt x="9806380" y="320270"/>
                  </a:lnTo>
                  <a:lnTo>
                    <a:pt x="9851992" y="302022"/>
                  </a:lnTo>
                  <a:lnTo>
                    <a:pt x="9897603" y="284493"/>
                  </a:lnTo>
                  <a:lnTo>
                    <a:pt x="9943214" y="267764"/>
                  </a:lnTo>
                  <a:lnTo>
                    <a:pt x="9988825" y="251913"/>
                  </a:lnTo>
                  <a:lnTo>
                    <a:pt x="10034436" y="237022"/>
                  </a:lnTo>
                  <a:lnTo>
                    <a:pt x="10080047" y="223169"/>
                  </a:lnTo>
                  <a:lnTo>
                    <a:pt x="10125658" y="210435"/>
                  </a:lnTo>
                  <a:lnTo>
                    <a:pt x="10171269" y="198900"/>
                  </a:lnTo>
                  <a:lnTo>
                    <a:pt x="10216880" y="188644"/>
                  </a:lnTo>
                  <a:lnTo>
                    <a:pt x="10262491" y="179747"/>
                  </a:lnTo>
                  <a:lnTo>
                    <a:pt x="10308102" y="172287"/>
                  </a:lnTo>
                  <a:lnTo>
                    <a:pt x="10353714" y="166347"/>
                  </a:lnTo>
                  <a:lnTo>
                    <a:pt x="10399325" y="162005"/>
                  </a:lnTo>
                  <a:lnTo>
                    <a:pt x="10444936" y="159341"/>
                  </a:lnTo>
                  <a:lnTo>
                    <a:pt x="10490547" y="158435"/>
                  </a:lnTo>
                  <a:lnTo>
                    <a:pt x="10540502" y="158714"/>
                  </a:lnTo>
                  <a:lnTo>
                    <a:pt x="10590457" y="159542"/>
                  </a:lnTo>
                  <a:lnTo>
                    <a:pt x="10640412" y="160906"/>
                  </a:lnTo>
                  <a:lnTo>
                    <a:pt x="10690367" y="162792"/>
                  </a:lnTo>
                  <a:lnTo>
                    <a:pt x="10740322" y="165186"/>
                  </a:lnTo>
                  <a:lnTo>
                    <a:pt x="10790277" y="168077"/>
                  </a:lnTo>
                  <a:lnTo>
                    <a:pt x="10840232" y="171449"/>
                  </a:lnTo>
                  <a:lnTo>
                    <a:pt x="10890187" y="175290"/>
                  </a:lnTo>
                  <a:lnTo>
                    <a:pt x="10940142" y="179586"/>
                  </a:lnTo>
                  <a:lnTo>
                    <a:pt x="10990097" y="184325"/>
                  </a:lnTo>
                  <a:lnTo>
                    <a:pt x="11040052" y="189492"/>
                  </a:lnTo>
                  <a:lnTo>
                    <a:pt x="11090007" y="195073"/>
                  </a:lnTo>
                  <a:lnTo>
                    <a:pt x="11139962" y="201057"/>
                  </a:lnTo>
                  <a:lnTo>
                    <a:pt x="11189917" y="207429"/>
                  </a:lnTo>
                  <a:lnTo>
                    <a:pt x="11239872" y="214176"/>
                  </a:lnTo>
                  <a:lnTo>
                    <a:pt x="11289827" y="221285"/>
                  </a:lnTo>
                  <a:lnTo>
                    <a:pt x="11339782" y="228741"/>
                  </a:lnTo>
                  <a:lnTo>
                    <a:pt x="11389736" y="236533"/>
                  </a:lnTo>
                  <a:lnTo>
                    <a:pt x="11439691" y="244646"/>
                  </a:lnTo>
                  <a:lnTo>
                    <a:pt x="11489646" y="253067"/>
                  </a:lnTo>
                  <a:lnTo>
                    <a:pt x="11539601" y="261782"/>
                  </a:lnTo>
                  <a:lnTo>
                    <a:pt x="11589556" y="270779"/>
                  </a:lnTo>
                  <a:lnTo>
                    <a:pt x="11639511" y="280043"/>
                  </a:lnTo>
                  <a:lnTo>
                    <a:pt x="11689466" y="289562"/>
                  </a:lnTo>
                  <a:lnTo>
                    <a:pt x="11739421" y="299322"/>
                  </a:lnTo>
                  <a:lnTo>
                    <a:pt x="11789376" y="309310"/>
                  </a:lnTo>
                  <a:lnTo>
                    <a:pt x="11839331" y="319512"/>
                  </a:lnTo>
                  <a:lnTo>
                    <a:pt x="11889286" y="329915"/>
                  </a:lnTo>
                  <a:lnTo>
                    <a:pt x="11939241" y="340505"/>
                  </a:lnTo>
                  <a:lnTo>
                    <a:pt x="11989196" y="351269"/>
                  </a:lnTo>
                  <a:lnTo>
                    <a:pt x="12039151" y="362194"/>
                  </a:lnTo>
                  <a:lnTo>
                    <a:pt x="12089106" y="373267"/>
                  </a:lnTo>
                  <a:lnTo>
                    <a:pt x="12139061" y="384473"/>
                  </a:lnTo>
                  <a:lnTo>
                    <a:pt x="12189016" y="395800"/>
                  </a:lnTo>
                  <a:lnTo>
                    <a:pt x="12238971" y="407234"/>
                  </a:lnTo>
                  <a:lnTo>
                    <a:pt x="12288926" y="418761"/>
                  </a:lnTo>
                  <a:lnTo>
                    <a:pt x="12338881" y="430369"/>
                  </a:lnTo>
                  <a:lnTo>
                    <a:pt x="12388836" y="442044"/>
                  </a:lnTo>
                  <a:lnTo>
                    <a:pt x="12438791" y="453773"/>
                  </a:lnTo>
                  <a:lnTo>
                    <a:pt x="12488746" y="465542"/>
                  </a:lnTo>
                  <a:lnTo>
                    <a:pt x="12538701" y="477337"/>
                  </a:lnTo>
                  <a:lnTo>
                    <a:pt x="12588656" y="489146"/>
                  </a:lnTo>
                </a:path>
              </a:pathLst>
            </a:custGeom>
            <a:ln w="28574">
              <a:solidFill>
                <a:srgbClr val="E66B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759708" y="6082308"/>
              <a:ext cx="2592070" cy="727710"/>
            </a:xfrm>
            <a:custGeom>
              <a:avLst/>
              <a:gdLst/>
              <a:ahLst/>
              <a:cxnLst/>
              <a:rect l="l" t="t" r="r" b="b"/>
              <a:pathLst>
                <a:path w="2592070" h="727709">
                  <a:moveTo>
                    <a:pt x="493915" y="33045"/>
                  </a:moveTo>
                  <a:lnTo>
                    <a:pt x="465721" y="965"/>
                  </a:lnTo>
                  <a:lnTo>
                    <a:pt x="460857" y="0"/>
                  </a:lnTo>
                  <a:lnTo>
                    <a:pt x="38100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45"/>
                  </a:lnTo>
                  <a:lnTo>
                    <a:pt x="0" y="149834"/>
                  </a:lnTo>
                  <a:lnTo>
                    <a:pt x="28194" y="181914"/>
                  </a:lnTo>
                  <a:lnTo>
                    <a:pt x="33058" y="182880"/>
                  </a:lnTo>
                  <a:lnTo>
                    <a:pt x="460857" y="182880"/>
                  </a:lnTo>
                  <a:lnTo>
                    <a:pt x="492937" y="154698"/>
                  </a:lnTo>
                  <a:lnTo>
                    <a:pt x="493915" y="149834"/>
                  </a:lnTo>
                  <a:lnTo>
                    <a:pt x="493915" y="33045"/>
                  </a:lnTo>
                  <a:close/>
                </a:path>
                <a:path w="2592070" h="727709">
                  <a:moveTo>
                    <a:pt x="2592019" y="577608"/>
                  </a:moveTo>
                  <a:lnTo>
                    <a:pt x="2563838" y="545528"/>
                  </a:lnTo>
                  <a:lnTo>
                    <a:pt x="2558973" y="544550"/>
                  </a:lnTo>
                  <a:lnTo>
                    <a:pt x="2136216" y="544550"/>
                  </a:lnTo>
                  <a:lnTo>
                    <a:pt x="2131161" y="544550"/>
                  </a:lnTo>
                  <a:lnTo>
                    <a:pt x="2099081" y="572744"/>
                  </a:lnTo>
                  <a:lnTo>
                    <a:pt x="2098116" y="577608"/>
                  </a:lnTo>
                  <a:lnTo>
                    <a:pt x="2098116" y="694385"/>
                  </a:lnTo>
                  <a:lnTo>
                    <a:pt x="2126297" y="726465"/>
                  </a:lnTo>
                  <a:lnTo>
                    <a:pt x="2131161" y="727430"/>
                  </a:lnTo>
                  <a:lnTo>
                    <a:pt x="2558973" y="727430"/>
                  </a:lnTo>
                  <a:lnTo>
                    <a:pt x="2591054" y="699249"/>
                  </a:lnTo>
                  <a:lnTo>
                    <a:pt x="2592019" y="694385"/>
                  </a:lnTo>
                  <a:lnTo>
                    <a:pt x="2592019" y="577608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5921375" y="6631333"/>
            <a:ext cx="367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0.11bn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3759720" y="5316507"/>
            <a:ext cx="494030" cy="182880"/>
          </a:xfrm>
          <a:custGeom>
            <a:avLst/>
            <a:gdLst/>
            <a:ahLst/>
            <a:cxnLst/>
            <a:rect l="l" t="t" r="r" b="b"/>
            <a:pathLst>
              <a:path w="494029" h="182879">
                <a:moveTo>
                  <a:pt x="460857" y="182879"/>
                </a:moveTo>
                <a:lnTo>
                  <a:pt x="33047" y="182879"/>
                </a:lnTo>
                <a:lnTo>
                  <a:pt x="28187" y="181913"/>
                </a:lnTo>
                <a:lnTo>
                  <a:pt x="966" y="154692"/>
                </a:lnTo>
                <a:lnTo>
                  <a:pt x="0" y="14983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60857" y="0"/>
                </a:lnTo>
                <a:lnTo>
                  <a:pt x="492937" y="28187"/>
                </a:lnTo>
                <a:lnTo>
                  <a:pt x="493904" y="33047"/>
                </a:lnTo>
                <a:lnTo>
                  <a:pt x="493904" y="149832"/>
                </a:lnTo>
                <a:lnTo>
                  <a:pt x="465717" y="181913"/>
                </a:lnTo>
                <a:lnTo>
                  <a:pt x="460857" y="18287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3515768" y="5320982"/>
            <a:ext cx="98234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0.13bn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781707" y="6475074"/>
            <a:ext cx="517525" cy="182880"/>
          </a:xfrm>
          <a:custGeom>
            <a:avLst/>
            <a:gdLst/>
            <a:ahLst/>
            <a:cxnLst/>
            <a:rect l="l" t="t" r="r" b="b"/>
            <a:pathLst>
              <a:path w="517525" h="182879">
                <a:moveTo>
                  <a:pt x="484130" y="182879"/>
                </a:moveTo>
                <a:lnTo>
                  <a:pt x="33047" y="182879"/>
                </a:lnTo>
                <a:lnTo>
                  <a:pt x="28187" y="181913"/>
                </a:lnTo>
                <a:lnTo>
                  <a:pt x="966" y="154692"/>
                </a:lnTo>
                <a:lnTo>
                  <a:pt x="0" y="14983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84130" y="0"/>
                </a:lnTo>
                <a:lnTo>
                  <a:pt x="516210" y="28187"/>
                </a:lnTo>
                <a:lnTo>
                  <a:pt x="517177" y="33047"/>
                </a:lnTo>
                <a:lnTo>
                  <a:pt x="517177" y="149832"/>
                </a:lnTo>
                <a:lnTo>
                  <a:pt x="488990" y="181913"/>
                </a:lnTo>
                <a:lnTo>
                  <a:pt x="484130" y="18287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3515768" y="6086780"/>
            <a:ext cx="982344" cy="55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0.73bn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900">
              <a:latin typeface="Segoe UI"/>
              <a:cs typeface="Segoe UI"/>
            </a:endParaRPr>
          </a:p>
          <a:p>
            <a:pPr marL="341630">
              <a:lnSpc>
                <a:spcPct val="100000"/>
              </a:lnSpc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18.12%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6370363" y="5997731"/>
            <a:ext cx="517525" cy="182880"/>
          </a:xfrm>
          <a:custGeom>
            <a:avLst/>
            <a:gdLst/>
            <a:ahLst/>
            <a:cxnLst/>
            <a:rect l="l" t="t" r="r" b="b"/>
            <a:pathLst>
              <a:path w="517525" h="182879">
                <a:moveTo>
                  <a:pt x="484130" y="182879"/>
                </a:moveTo>
                <a:lnTo>
                  <a:pt x="33047" y="182879"/>
                </a:lnTo>
                <a:lnTo>
                  <a:pt x="28187" y="181913"/>
                </a:lnTo>
                <a:lnTo>
                  <a:pt x="966" y="154692"/>
                </a:lnTo>
                <a:lnTo>
                  <a:pt x="0" y="14983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84130" y="0"/>
                </a:lnTo>
                <a:lnTo>
                  <a:pt x="516210" y="28187"/>
                </a:lnTo>
                <a:lnTo>
                  <a:pt x="517177" y="33047"/>
                </a:lnTo>
                <a:lnTo>
                  <a:pt x="517177" y="149832"/>
                </a:lnTo>
                <a:lnTo>
                  <a:pt x="488990" y="181913"/>
                </a:lnTo>
                <a:lnTo>
                  <a:pt x="484130" y="18287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16433937" y="6002205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39.99%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977926" y="5211404"/>
            <a:ext cx="517525" cy="182880"/>
          </a:xfrm>
          <a:custGeom>
            <a:avLst/>
            <a:gdLst/>
            <a:ahLst/>
            <a:cxnLst/>
            <a:rect l="l" t="t" r="r" b="b"/>
            <a:pathLst>
              <a:path w="517525" h="182879">
                <a:moveTo>
                  <a:pt x="484130" y="182879"/>
                </a:moveTo>
                <a:lnTo>
                  <a:pt x="33047" y="182879"/>
                </a:lnTo>
                <a:lnTo>
                  <a:pt x="28187" y="181913"/>
                </a:lnTo>
                <a:lnTo>
                  <a:pt x="966" y="154692"/>
                </a:lnTo>
                <a:lnTo>
                  <a:pt x="0" y="14983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84130" y="0"/>
                </a:lnTo>
                <a:lnTo>
                  <a:pt x="516210" y="28187"/>
                </a:lnTo>
                <a:lnTo>
                  <a:pt x="517177" y="33047"/>
                </a:lnTo>
                <a:lnTo>
                  <a:pt x="517177" y="149832"/>
                </a:lnTo>
                <a:lnTo>
                  <a:pt x="488990" y="181913"/>
                </a:lnTo>
                <a:lnTo>
                  <a:pt x="484130" y="18287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8041500" y="5215879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62.40%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12174144" y="6315266"/>
            <a:ext cx="517525" cy="182880"/>
          </a:xfrm>
          <a:custGeom>
            <a:avLst/>
            <a:gdLst/>
            <a:ahLst/>
            <a:cxnLst/>
            <a:rect l="l" t="t" r="r" b="b"/>
            <a:pathLst>
              <a:path w="517525" h="182879">
                <a:moveTo>
                  <a:pt x="484130" y="182879"/>
                </a:moveTo>
                <a:lnTo>
                  <a:pt x="33047" y="182879"/>
                </a:lnTo>
                <a:lnTo>
                  <a:pt x="28187" y="181913"/>
                </a:lnTo>
                <a:lnTo>
                  <a:pt x="966" y="154692"/>
                </a:lnTo>
                <a:lnTo>
                  <a:pt x="0" y="14983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84130" y="0"/>
                </a:lnTo>
                <a:lnTo>
                  <a:pt x="516210" y="28187"/>
                </a:lnTo>
                <a:lnTo>
                  <a:pt x="517177" y="33047"/>
                </a:lnTo>
                <a:lnTo>
                  <a:pt x="517177" y="149832"/>
                </a:lnTo>
                <a:lnTo>
                  <a:pt x="488990" y="181913"/>
                </a:lnTo>
                <a:lnTo>
                  <a:pt x="484130" y="18287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12237718" y="6319741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25.45%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4272254" y="5369839"/>
            <a:ext cx="517525" cy="182880"/>
          </a:xfrm>
          <a:custGeom>
            <a:avLst/>
            <a:gdLst/>
            <a:ahLst/>
            <a:cxnLst/>
            <a:rect l="l" t="t" r="r" b="b"/>
            <a:pathLst>
              <a:path w="517525" h="182879">
                <a:moveTo>
                  <a:pt x="484130" y="182879"/>
                </a:moveTo>
                <a:lnTo>
                  <a:pt x="33047" y="182879"/>
                </a:lnTo>
                <a:lnTo>
                  <a:pt x="28187" y="181913"/>
                </a:lnTo>
                <a:lnTo>
                  <a:pt x="966" y="154692"/>
                </a:lnTo>
                <a:lnTo>
                  <a:pt x="0" y="14983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84130" y="0"/>
                </a:lnTo>
                <a:lnTo>
                  <a:pt x="516210" y="28187"/>
                </a:lnTo>
                <a:lnTo>
                  <a:pt x="517177" y="33047"/>
                </a:lnTo>
                <a:lnTo>
                  <a:pt x="517177" y="149832"/>
                </a:lnTo>
                <a:lnTo>
                  <a:pt x="488990" y="181913"/>
                </a:lnTo>
                <a:lnTo>
                  <a:pt x="484130" y="18287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14335828" y="5374314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55.14%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5879816" y="5686408"/>
            <a:ext cx="517525" cy="182880"/>
          </a:xfrm>
          <a:custGeom>
            <a:avLst/>
            <a:gdLst/>
            <a:ahLst/>
            <a:cxnLst/>
            <a:rect l="l" t="t" r="r" b="b"/>
            <a:pathLst>
              <a:path w="517525" h="182879">
                <a:moveTo>
                  <a:pt x="484130" y="182879"/>
                </a:moveTo>
                <a:lnTo>
                  <a:pt x="33047" y="182879"/>
                </a:lnTo>
                <a:lnTo>
                  <a:pt x="28187" y="181913"/>
                </a:lnTo>
                <a:lnTo>
                  <a:pt x="966" y="154692"/>
                </a:lnTo>
                <a:lnTo>
                  <a:pt x="0" y="14983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84130" y="0"/>
                </a:lnTo>
                <a:lnTo>
                  <a:pt x="516210" y="28187"/>
                </a:lnTo>
                <a:lnTo>
                  <a:pt x="517177" y="33047"/>
                </a:lnTo>
                <a:lnTo>
                  <a:pt x="517177" y="149832"/>
                </a:lnTo>
                <a:lnTo>
                  <a:pt x="488990" y="181913"/>
                </a:lnTo>
                <a:lnTo>
                  <a:pt x="484130" y="18287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5943390" y="5690883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40.64%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0076035" y="5498769"/>
            <a:ext cx="517525" cy="182880"/>
          </a:xfrm>
          <a:custGeom>
            <a:avLst/>
            <a:gdLst/>
            <a:ahLst/>
            <a:cxnLst/>
            <a:rect l="l" t="t" r="r" b="b"/>
            <a:pathLst>
              <a:path w="517525" h="182879">
                <a:moveTo>
                  <a:pt x="484130" y="182879"/>
                </a:moveTo>
                <a:lnTo>
                  <a:pt x="33047" y="182879"/>
                </a:lnTo>
                <a:lnTo>
                  <a:pt x="28187" y="181913"/>
                </a:lnTo>
                <a:lnTo>
                  <a:pt x="966" y="154692"/>
                </a:lnTo>
                <a:lnTo>
                  <a:pt x="0" y="14983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84130" y="0"/>
                </a:lnTo>
                <a:lnTo>
                  <a:pt x="516210" y="28187"/>
                </a:lnTo>
                <a:lnTo>
                  <a:pt x="517177" y="33047"/>
                </a:lnTo>
                <a:lnTo>
                  <a:pt x="517177" y="149832"/>
                </a:lnTo>
                <a:lnTo>
                  <a:pt x="488990" y="181913"/>
                </a:lnTo>
                <a:lnTo>
                  <a:pt x="484130" y="18287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10139609" y="5503243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49.24%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00" name="object 10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9329" y="7178039"/>
            <a:ext cx="95249" cy="95249"/>
          </a:xfrm>
          <a:prstGeom prst="rect">
            <a:avLst/>
          </a:prstGeom>
        </p:spPr>
      </p:pic>
      <p:sp>
        <p:nvSpPr>
          <p:cNvPr id="101" name="object 101"/>
          <p:cNvSpPr txBox="1"/>
          <p:nvPr/>
        </p:nvSpPr>
        <p:spPr>
          <a:xfrm>
            <a:off x="2362745" y="7121525"/>
            <a:ext cx="9499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revenue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02" name="object 10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4229" y="7178039"/>
            <a:ext cx="95249" cy="95249"/>
          </a:xfrm>
          <a:prstGeom prst="rect">
            <a:avLst/>
          </a:prstGeom>
        </p:spPr>
      </p:pic>
      <p:sp>
        <p:nvSpPr>
          <p:cNvPr id="103" name="object 103"/>
          <p:cNvSpPr txBox="1"/>
          <p:nvPr/>
        </p:nvSpPr>
        <p:spPr>
          <a:xfrm>
            <a:off x="3464222" y="6838949"/>
            <a:ext cx="117348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970" algn="ctr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electronics</a:t>
            </a:r>
            <a:endParaRPr sz="10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gross_profit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04" name="object 10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88204" y="7178039"/>
            <a:ext cx="95249" cy="95249"/>
          </a:xfrm>
          <a:prstGeom prst="rect">
            <a:avLst/>
          </a:prstGeom>
        </p:spPr>
      </p:pic>
      <p:sp>
        <p:nvSpPr>
          <p:cNvPr id="105" name="object 105"/>
          <p:cNvSpPr txBox="1"/>
          <p:nvPr/>
        </p:nvSpPr>
        <p:spPr>
          <a:xfrm>
            <a:off x="4788941" y="6838949"/>
            <a:ext cx="172529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5375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furniture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gross_margin_pct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257174" y="7524750"/>
            <a:ext cx="9420225" cy="2995930"/>
            <a:chOff x="257174" y="7524750"/>
            <a:chExt cx="9420225" cy="2995930"/>
          </a:xfrm>
        </p:grpSpPr>
        <p:sp>
          <p:nvSpPr>
            <p:cNvPr id="107" name="object 107"/>
            <p:cNvSpPr/>
            <p:nvPr/>
          </p:nvSpPr>
          <p:spPr>
            <a:xfrm>
              <a:off x="261937" y="7529512"/>
              <a:ext cx="9410700" cy="2986405"/>
            </a:xfrm>
            <a:custGeom>
              <a:avLst/>
              <a:gdLst/>
              <a:ahLst/>
              <a:cxnLst/>
              <a:rect l="l" t="t" r="r" b="b"/>
              <a:pathLst>
                <a:path w="9410700" h="2986404">
                  <a:moveTo>
                    <a:pt x="9364965" y="2986087"/>
                  </a:moveTo>
                  <a:lnTo>
                    <a:pt x="45731" y="2986087"/>
                  </a:lnTo>
                  <a:lnTo>
                    <a:pt x="39765" y="2983616"/>
                  </a:lnTo>
                  <a:lnTo>
                    <a:pt x="9433" y="2955200"/>
                  </a:lnTo>
                  <a:lnTo>
                    <a:pt x="0" y="292410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9343951" y="0"/>
                  </a:lnTo>
                  <a:lnTo>
                    <a:pt x="9382849" y="14645"/>
                  </a:lnTo>
                  <a:lnTo>
                    <a:pt x="9407054" y="48433"/>
                  </a:lnTo>
                  <a:lnTo>
                    <a:pt x="9410698" y="66746"/>
                  </a:lnTo>
                  <a:lnTo>
                    <a:pt x="9410698" y="2924102"/>
                  </a:lnTo>
                  <a:lnTo>
                    <a:pt x="9396052" y="2963000"/>
                  </a:lnTo>
                  <a:lnTo>
                    <a:pt x="9364965" y="29860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61937" y="7529512"/>
              <a:ext cx="9410700" cy="2986405"/>
            </a:xfrm>
            <a:custGeom>
              <a:avLst/>
              <a:gdLst/>
              <a:ahLst/>
              <a:cxnLst/>
              <a:rect l="l" t="t" r="r" b="b"/>
              <a:pathLst>
                <a:path w="9410700" h="2986404">
                  <a:moveTo>
                    <a:pt x="45731" y="2986087"/>
                  </a:moveTo>
                  <a:lnTo>
                    <a:pt x="44099" y="2985411"/>
                  </a:lnTo>
                  <a:lnTo>
                    <a:pt x="39765" y="2983616"/>
                  </a:lnTo>
                  <a:lnTo>
                    <a:pt x="35649" y="2981415"/>
                  </a:lnTo>
                  <a:lnTo>
                    <a:pt x="31748" y="2978809"/>
                  </a:lnTo>
                  <a:lnTo>
                    <a:pt x="27848" y="2976203"/>
                  </a:lnTo>
                  <a:lnTo>
                    <a:pt x="24240" y="2973242"/>
                  </a:lnTo>
                  <a:lnTo>
                    <a:pt x="20923" y="2969925"/>
                  </a:lnTo>
                  <a:lnTo>
                    <a:pt x="17606" y="2966609"/>
                  </a:lnTo>
                  <a:lnTo>
                    <a:pt x="14645" y="2963000"/>
                  </a:lnTo>
                  <a:lnTo>
                    <a:pt x="12039" y="2959100"/>
                  </a:lnTo>
                  <a:lnTo>
                    <a:pt x="9433" y="2955200"/>
                  </a:lnTo>
                  <a:lnTo>
                    <a:pt x="1372" y="2933348"/>
                  </a:lnTo>
                  <a:lnTo>
                    <a:pt x="457" y="2928747"/>
                  </a:lnTo>
                  <a:lnTo>
                    <a:pt x="0" y="2924102"/>
                  </a:lnTo>
                  <a:lnTo>
                    <a:pt x="0" y="2919412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339261" y="0"/>
                  </a:lnTo>
                  <a:lnTo>
                    <a:pt x="9343951" y="0"/>
                  </a:lnTo>
                  <a:lnTo>
                    <a:pt x="9348597" y="457"/>
                  </a:lnTo>
                  <a:lnTo>
                    <a:pt x="9386457" y="17606"/>
                  </a:lnTo>
                  <a:lnTo>
                    <a:pt x="9408409" y="52900"/>
                  </a:lnTo>
                  <a:lnTo>
                    <a:pt x="9410698" y="71437"/>
                  </a:lnTo>
                  <a:lnTo>
                    <a:pt x="9410698" y="2919412"/>
                  </a:lnTo>
                  <a:lnTo>
                    <a:pt x="9398658" y="2959100"/>
                  </a:lnTo>
                  <a:lnTo>
                    <a:pt x="9366598" y="2985411"/>
                  </a:lnTo>
                  <a:lnTo>
                    <a:pt x="9364965" y="2986087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406399" y="7568193"/>
            <a:ext cx="8148320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342004">
              <a:lnSpc>
                <a:spcPct val="100000"/>
              </a:lnSpc>
              <a:spcBef>
                <a:spcPts val="430"/>
              </a:spcBef>
            </a:pP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42424"/>
                </a:solidFill>
                <a:latin typeface="Tahoma"/>
                <a:cs typeface="Tahoma"/>
              </a:rPr>
              <a:t>vs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42424"/>
                </a:solidFill>
                <a:latin typeface="Tahoma"/>
                <a:cs typeface="Tahoma"/>
              </a:rPr>
              <a:t>Gross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42424"/>
                </a:solidFill>
                <a:latin typeface="Tahoma"/>
                <a:cs typeface="Tahoma"/>
              </a:rPr>
              <a:t>Profit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revenue,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 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gross_profit,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gross_margin_pct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 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units_sold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product_name and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category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842962" y="8838679"/>
            <a:ext cx="8591550" cy="904240"/>
            <a:chOff x="842962" y="8838679"/>
            <a:chExt cx="8591550" cy="904240"/>
          </a:xfrm>
        </p:grpSpPr>
        <p:sp>
          <p:nvSpPr>
            <p:cNvPr id="111" name="object 111"/>
            <p:cNvSpPr/>
            <p:nvPr/>
          </p:nvSpPr>
          <p:spPr>
            <a:xfrm>
              <a:off x="847725" y="9737750"/>
              <a:ext cx="8582025" cy="0"/>
            </a:xfrm>
            <a:custGeom>
              <a:avLst/>
              <a:gdLst/>
              <a:ahLst/>
              <a:cxnLst/>
              <a:rect l="l" t="t" r="r" b="b"/>
              <a:pathLst>
                <a:path w="8582025">
                  <a:moveTo>
                    <a:pt x="0" y="0"/>
                  </a:moveTo>
                  <a:lnTo>
                    <a:pt x="85820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47725" y="8843441"/>
              <a:ext cx="8582025" cy="0"/>
            </a:xfrm>
            <a:custGeom>
              <a:avLst/>
              <a:gdLst/>
              <a:ahLst/>
              <a:cxnLst/>
              <a:rect l="l" t="t" r="r" b="b"/>
              <a:pathLst>
                <a:path w="8582025">
                  <a:moveTo>
                    <a:pt x="0" y="0"/>
                  </a:moveTo>
                  <a:lnTo>
                    <a:pt x="85820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575468" y="9647361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575468" y="8753053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765724" y="9953575"/>
            <a:ext cx="746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42424"/>
                </a:solidFill>
                <a:latin typeface="Tahoma"/>
                <a:cs typeface="Tahoma"/>
              </a:rPr>
              <a:t>Sum of </a:t>
            </a:r>
            <a:r>
              <a:rPr sz="900" spc="-3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03059" y="8621246"/>
            <a:ext cx="139700" cy="9251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55" dirty="0">
                <a:solidFill>
                  <a:srgbClr val="242424"/>
                </a:solidFill>
                <a:latin typeface="Tahoma"/>
                <a:cs typeface="Tahoma"/>
              </a:rPr>
              <a:t>Sum of </a:t>
            </a:r>
            <a:r>
              <a:rPr sz="900" spc="-30" dirty="0">
                <a:solidFill>
                  <a:srgbClr val="242424"/>
                </a:solidFill>
                <a:latin typeface="Tahoma"/>
                <a:cs typeface="Tahoma"/>
              </a:rPr>
              <a:t>gross_profit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91688" y="9801225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501282" y="9801225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4210876" y="9801225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5920470" y="9801225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3M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7630065" y="9801225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4M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9339658" y="9801225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5M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417194" y="8382000"/>
            <a:ext cx="9022080" cy="1910714"/>
            <a:chOff x="417194" y="8382000"/>
            <a:chExt cx="9022080" cy="1910714"/>
          </a:xfrm>
        </p:grpSpPr>
        <p:pic>
          <p:nvPicPr>
            <p:cNvPr id="124" name="object 1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7583" y="8382000"/>
              <a:ext cx="5911690" cy="1403349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724" y="8382000"/>
              <a:ext cx="2577341" cy="1403349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57253" y="8969428"/>
              <a:ext cx="89534" cy="89534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7194" y="10178034"/>
              <a:ext cx="114299" cy="114299"/>
            </a:xfrm>
            <a:prstGeom prst="rect">
              <a:avLst/>
            </a:prstGeom>
          </p:spPr>
        </p:pic>
      </p:grpSp>
      <p:sp>
        <p:nvSpPr>
          <p:cNvPr id="128" name="object 128"/>
          <p:cNvSpPr txBox="1"/>
          <p:nvPr/>
        </p:nvSpPr>
        <p:spPr>
          <a:xfrm>
            <a:off x="526355" y="10150474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auto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29" name="object 1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7719" y="10178034"/>
            <a:ext cx="114299" cy="114299"/>
          </a:xfrm>
          <a:prstGeom prst="rect">
            <a:avLst/>
          </a:prstGeom>
        </p:spPr>
      </p:pic>
      <p:sp>
        <p:nvSpPr>
          <p:cNvPr id="130" name="object 130"/>
          <p:cNvSpPr txBox="1"/>
          <p:nvPr/>
        </p:nvSpPr>
        <p:spPr>
          <a:xfrm>
            <a:off x="920601" y="10150474"/>
            <a:ext cx="3321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books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31" name="object 1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83969" y="10178034"/>
            <a:ext cx="114299" cy="114299"/>
          </a:xfrm>
          <a:prstGeom prst="rect">
            <a:avLst/>
          </a:prstGeom>
        </p:spPr>
      </p:pic>
      <p:sp>
        <p:nvSpPr>
          <p:cNvPr id="132" name="object 132"/>
          <p:cNvSpPr txBox="1"/>
          <p:nvPr/>
        </p:nvSpPr>
        <p:spPr>
          <a:xfrm>
            <a:off x="1392832" y="10150474"/>
            <a:ext cx="565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electronics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33" name="object 1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88820" y="10178034"/>
            <a:ext cx="114299" cy="114299"/>
          </a:xfrm>
          <a:prstGeom prst="rect">
            <a:avLst/>
          </a:prstGeom>
        </p:spPr>
      </p:pic>
      <p:sp>
        <p:nvSpPr>
          <p:cNvPr id="134" name="object 134"/>
          <p:cNvSpPr txBox="1"/>
          <p:nvPr/>
        </p:nvSpPr>
        <p:spPr>
          <a:xfrm>
            <a:off x="2097682" y="10150474"/>
            <a:ext cx="392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fashion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35" name="object 1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22219" y="10178034"/>
            <a:ext cx="114299" cy="114299"/>
          </a:xfrm>
          <a:prstGeom prst="rect">
            <a:avLst/>
          </a:prstGeom>
        </p:spPr>
      </p:pic>
      <p:sp>
        <p:nvSpPr>
          <p:cNvPr id="136" name="object 136"/>
          <p:cNvSpPr txBox="1"/>
          <p:nvPr/>
        </p:nvSpPr>
        <p:spPr>
          <a:xfrm>
            <a:off x="2629891" y="10150474"/>
            <a:ext cx="46100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furniture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37" name="object 1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22294" y="10178034"/>
            <a:ext cx="114299" cy="114299"/>
          </a:xfrm>
          <a:prstGeom prst="rect">
            <a:avLst/>
          </a:prstGeom>
        </p:spPr>
      </p:pic>
      <p:sp>
        <p:nvSpPr>
          <p:cNvPr id="138" name="object 138"/>
          <p:cNvSpPr txBox="1"/>
          <p:nvPr/>
        </p:nvSpPr>
        <p:spPr>
          <a:xfrm>
            <a:off x="3231157" y="10150474"/>
            <a:ext cx="6800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home_goods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39" name="object 13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41445" y="10178034"/>
            <a:ext cx="114299" cy="114299"/>
          </a:xfrm>
          <a:prstGeom prst="rect">
            <a:avLst/>
          </a:prstGeom>
        </p:spPr>
      </p:pic>
      <p:sp>
        <p:nvSpPr>
          <p:cNvPr id="140" name="object 140"/>
          <p:cNvSpPr txBox="1"/>
          <p:nvPr/>
        </p:nvSpPr>
        <p:spPr>
          <a:xfrm>
            <a:off x="4051200" y="10150474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9677399" y="7524750"/>
            <a:ext cx="8829675" cy="2995930"/>
            <a:chOff x="9677399" y="7524750"/>
            <a:chExt cx="8829675" cy="2995930"/>
          </a:xfrm>
        </p:grpSpPr>
        <p:sp>
          <p:nvSpPr>
            <p:cNvPr id="142" name="object 142"/>
            <p:cNvSpPr/>
            <p:nvPr/>
          </p:nvSpPr>
          <p:spPr>
            <a:xfrm>
              <a:off x="9682161" y="7529512"/>
              <a:ext cx="8820150" cy="2986405"/>
            </a:xfrm>
            <a:custGeom>
              <a:avLst/>
              <a:gdLst/>
              <a:ahLst/>
              <a:cxnLst/>
              <a:rect l="l" t="t" r="r" b="b"/>
              <a:pathLst>
                <a:path w="8820150" h="2986404">
                  <a:moveTo>
                    <a:pt x="8774415" y="2986087"/>
                  </a:moveTo>
                  <a:lnTo>
                    <a:pt x="45731" y="2986087"/>
                  </a:lnTo>
                  <a:lnTo>
                    <a:pt x="39765" y="2983616"/>
                  </a:lnTo>
                  <a:lnTo>
                    <a:pt x="9433" y="2955200"/>
                  </a:lnTo>
                  <a:lnTo>
                    <a:pt x="0" y="292410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8753401" y="0"/>
                  </a:lnTo>
                  <a:lnTo>
                    <a:pt x="8792298" y="14645"/>
                  </a:lnTo>
                  <a:lnTo>
                    <a:pt x="8816504" y="48433"/>
                  </a:lnTo>
                  <a:lnTo>
                    <a:pt x="8820148" y="66746"/>
                  </a:lnTo>
                  <a:lnTo>
                    <a:pt x="8820148" y="2924102"/>
                  </a:lnTo>
                  <a:lnTo>
                    <a:pt x="8805502" y="2963000"/>
                  </a:lnTo>
                  <a:lnTo>
                    <a:pt x="8774415" y="29860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9682161" y="7529512"/>
              <a:ext cx="8820150" cy="2986405"/>
            </a:xfrm>
            <a:custGeom>
              <a:avLst/>
              <a:gdLst/>
              <a:ahLst/>
              <a:cxnLst/>
              <a:rect l="l" t="t" r="r" b="b"/>
              <a:pathLst>
                <a:path w="8820150" h="2986404">
                  <a:moveTo>
                    <a:pt x="45731" y="2986087"/>
                  </a:moveTo>
                  <a:lnTo>
                    <a:pt x="44099" y="2985411"/>
                  </a:lnTo>
                  <a:lnTo>
                    <a:pt x="39765" y="2983616"/>
                  </a:lnTo>
                  <a:lnTo>
                    <a:pt x="35649" y="2981415"/>
                  </a:lnTo>
                  <a:lnTo>
                    <a:pt x="31748" y="2978809"/>
                  </a:lnTo>
                  <a:lnTo>
                    <a:pt x="27848" y="2976203"/>
                  </a:lnTo>
                  <a:lnTo>
                    <a:pt x="24240" y="2973242"/>
                  </a:lnTo>
                  <a:lnTo>
                    <a:pt x="20923" y="2969925"/>
                  </a:lnTo>
                  <a:lnTo>
                    <a:pt x="17606" y="2966609"/>
                  </a:lnTo>
                  <a:lnTo>
                    <a:pt x="14645" y="2963000"/>
                  </a:lnTo>
                  <a:lnTo>
                    <a:pt x="12039" y="2959100"/>
                  </a:lnTo>
                  <a:lnTo>
                    <a:pt x="9433" y="2955200"/>
                  </a:lnTo>
                  <a:lnTo>
                    <a:pt x="1372" y="2933348"/>
                  </a:lnTo>
                  <a:lnTo>
                    <a:pt x="457" y="2928747"/>
                  </a:lnTo>
                  <a:lnTo>
                    <a:pt x="0" y="2924102"/>
                  </a:lnTo>
                  <a:lnTo>
                    <a:pt x="0" y="2919412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748711" y="0"/>
                  </a:lnTo>
                  <a:lnTo>
                    <a:pt x="8753401" y="0"/>
                  </a:lnTo>
                  <a:lnTo>
                    <a:pt x="8758046" y="457"/>
                  </a:lnTo>
                  <a:lnTo>
                    <a:pt x="8762646" y="1372"/>
                  </a:lnTo>
                  <a:lnTo>
                    <a:pt x="8767246" y="2287"/>
                  </a:lnTo>
                  <a:lnTo>
                    <a:pt x="8771714" y="3642"/>
                  </a:lnTo>
                  <a:lnTo>
                    <a:pt x="8776047" y="5437"/>
                  </a:lnTo>
                  <a:lnTo>
                    <a:pt x="8780380" y="7232"/>
                  </a:lnTo>
                  <a:lnTo>
                    <a:pt x="8808108" y="31748"/>
                  </a:lnTo>
                  <a:lnTo>
                    <a:pt x="8810714" y="35649"/>
                  </a:lnTo>
                  <a:lnTo>
                    <a:pt x="8812915" y="39765"/>
                  </a:lnTo>
                  <a:lnTo>
                    <a:pt x="8814709" y="44099"/>
                  </a:lnTo>
                  <a:lnTo>
                    <a:pt x="8816504" y="48433"/>
                  </a:lnTo>
                  <a:lnTo>
                    <a:pt x="8820148" y="71437"/>
                  </a:lnTo>
                  <a:lnTo>
                    <a:pt x="8820148" y="2919412"/>
                  </a:lnTo>
                  <a:lnTo>
                    <a:pt x="8814709" y="2946749"/>
                  </a:lnTo>
                  <a:lnTo>
                    <a:pt x="8812915" y="2951083"/>
                  </a:lnTo>
                  <a:lnTo>
                    <a:pt x="8810713" y="2955200"/>
                  </a:lnTo>
                  <a:lnTo>
                    <a:pt x="8808107" y="2959100"/>
                  </a:lnTo>
                  <a:lnTo>
                    <a:pt x="8805502" y="2963000"/>
                  </a:lnTo>
                  <a:lnTo>
                    <a:pt x="8776047" y="2985411"/>
                  </a:lnTo>
                  <a:lnTo>
                    <a:pt x="8774415" y="2986087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12465049" y="7610537"/>
            <a:ext cx="32734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Monthly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Product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Trend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9826624" y="7940675"/>
            <a:ext cx="2101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 of revenue by Month 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Year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10158411" y="8641753"/>
            <a:ext cx="8191500" cy="1076960"/>
            <a:chOff x="10158411" y="8641753"/>
            <a:chExt cx="8191500" cy="1076960"/>
          </a:xfrm>
        </p:grpSpPr>
        <p:sp>
          <p:nvSpPr>
            <p:cNvPr id="147" name="object 147"/>
            <p:cNvSpPr/>
            <p:nvPr/>
          </p:nvSpPr>
          <p:spPr>
            <a:xfrm>
              <a:off x="10163174" y="9713911"/>
              <a:ext cx="8181975" cy="0"/>
            </a:xfrm>
            <a:custGeom>
              <a:avLst/>
              <a:gdLst/>
              <a:ahLst/>
              <a:cxnLst/>
              <a:rect l="l" t="t" r="r" b="b"/>
              <a:pathLst>
                <a:path w="8181975">
                  <a:moveTo>
                    <a:pt x="0" y="0"/>
                  </a:moveTo>
                  <a:lnTo>
                    <a:pt x="8181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0163174" y="8890396"/>
              <a:ext cx="8181975" cy="0"/>
            </a:xfrm>
            <a:custGeom>
              <a:avLst/>
              <a:gdLst/>
              <a:ahLst/>
              <a:cxnLst/>
              <a:rect l="l" t="t" r="r" b="b"/>
              <a:pathLst>
                <a:path w="8181975">
                  <a:moveTo>
                    <a:pt x="0" y="0"/>
                  </a:moveTo>
                  <a:lnTo>
                    <a:pt x="8181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0316826" y="8656041"/>
              <a:ext cx="7875270" cy="913130"/>
            </a:xfrm>
            <a:custGeom>
              <a:avLst/>
              <a:gdLst/>
              <a:ahLst/>
              <a:cxnLst/>
              <a:rect l="l" t="t" r="r" b="b"/>
              <a:pathLst>
                <a:path w="7875269" h="913129">
                  <a:moveTo>
                    <a:pt x="0" y="0"/>
                  </a:moveTo>
                  <a:lnTo>
                    <a:pt x="48016" y="7106"/>
                  </a:lnTo>
                  <a:lnTo>
                    <a:pt x="96032" y="16722"/>
                  </a:lnTo>
                  <a:lnTo>
                    <a:pt x="144048" y="31354"/>
                  </a:lnTo>
                  <a:lnTo>
                    <a:pt x="192065" y="53511"/>
                  </a:lnTo>
                  <a:lnTo>
                    <a:pt x="224076" y="78562"/>
                  </a:lnTo>
                  <a:lnTo>
                    <a:pt x="256086" y="113784"/>
                  </a:lnTo>
                  <a:lnTo>
                    <a:pt x="288097" y="152795"/>
                  </a:lnTo>
                  <a:lnTo>
                    <a:pt x="320108" y="189211"/>
                  </a:lnTo>
                  <a:lnTo>
                    <a:pt x="352119" y="216647"/>
                  </a:lnTo>
                  <a:lnTo>
                    <a:pt x="384130" y="228722"/>
                  </a:lnTo>
                  <a:lnTo>
                    <a:pt x="432146" y="231057"/>
                  </a:lnTo>
                  <a:lnTo>
                    <a:pt x="480162" y="232119"/>
                  </a:lnTo>
                  <a:lnTo>
                    <a:pt x="528179" y="233181"/>
                  </a:lnTo>
                  <a:lnTo>
                    <a:pt x="576195" y="235517"/>
                  </a:lnTo>
                  <a:lnTo>
                    <a:pt x="640217" y="280161"/>
                  </a:lnTo>
                  <a:lnTo>
                    <a:pt x="672227" y="320689"/>
                  </a:lnTo>
                  <a:lnTo>
                    <a:pt x="704238" y="362794"/>
                  </a:lnTo>
                  <a:lnTo>
                    <a:pt x="736249" y="398558"/>
                  </a:lnTo>
                  <a:lnTo>
                    <a:pt x="768260" y="420060"/>
                  </a:lnTo>
                  <a:lnTo>
                    <a:pt x="816276" y="432158"/>
                  </a:lnTo>
                  <a:lnTo>
                    <a:pt x="864293" y="437657"/>
                  </a:lnTo>
                  <a:lnTo>
                    <a:pt x="912309" y="443156"/>
                  </a:lnTo>
                  <a:lnTo>
                    <a:pt x="960325" y="455254"/>
                  </a:lnTo>
                  <a:lnTo>
                    <a:pt x="992336" y="476867"/>
                  </a:lnTo>
                  <a:lnTo>
                    <a:pt x="1024347" y="512834"/>
                  </a:lnTo>
                  <a:lnTo>
                    <a:pt x="1056358" y="555043"/>
                  </a:lnTo>
                  <a:lnTo>
                    <a:pt x="1088369" y="595379"/>
                  </a:lnTo>
                  <a:lnTo>
                    <a:pt x="1120379" y="625729"/>
                  </a:lnTo>
                  <a:lnTo>
                    <a:pt x="1200407" y="638569"/>
                  </a:lnTo>
                  <a:lnTo>
                    <a:pt x="1248423" y="638930"/>
                  </a:lnTo>
                  <a:lnTo>
                    <a:pt x="1296439" y="639188"/>
                  </a:lnTo>
                  <a:lnTo>
                    <a:pt x="1344455" y="639470"/>
                  </a:lnTo>
                  <a:lnTo>
                    <a:pt x="1392472" y="639733"/>
                  </a:lnTo>
                  <a:lnTo>
                    <a:pt x="1440488" y="639935"/>
                  </a:lnTo>
                  <a:lnTo>
                    <a:pt x="1488504" y="640203"/>
                  </a:lnTo>
                  <a:lnTo>
                    <a:pt x="1536521" y="640661"/>
                  </a:lnTo>
                  <a:lnTo>
                    <a:pt x="1584537" y="642095"/>
                  </a:lnTo>
                  <a:lnTo>
                    <a:pt x="1632553" y="645354"/>
                  </a:lnTo>
                  <a:lnTo>
                    <a:pt x="1680569" y="650663"/>
                  </a:lnTo>
                  <a:lnTo>
                    <a:pt x="1728586" y="658244"/>
                  </a:lnTo>
                  <a:lnTo>
                    <a:pt x="1776602" y="672368"/>
                  </a:lnTo>
                  <a:lnTo>
                    <a:pt x="1824618" y="693045"/>
                  </a:lnTo>
                  <a:lnTo>
                    <a:pt x="1872634" y="714101"/>
                  </a:lnTo>
                  <a:lnTo>
                    <a:pt x="1920651" y="729366"/>
                  </a:lnTo>
                  <a:lnTo>
                    <a:pt x="1968667" y="738283"/>
                  </a:lnTo>
                  <a:lnTo>
                    <a:pt x="2016683" y="744551"/>
                  </a:lnTo>
                  <a:lnTo>
                    <a:pt x="2064700" y="748382"/>
                  </a:lnTo>
                  <a:lnTo>
                    <a:pt x="2112716" y="749989"/>
                  </a:lnTo>
                  <a:lnTo>
                    <a:pt x="2160732" y="750377"/>
                  </a:lnTo>
                  <a:lnTo>
                    <a:pt x="2208748" y="750553"/>
                  </a:lnTo>
                  <a:lnTo>
                    <a:pt x="2256765" y="750730"/>
                  </a:lnTo>
                  <a:lnTo>
                    <a:pt x="2304781" y="751118"/>
                  </a:lnTo>
                  <a:lnTo>
                    <a:pt x="2352797" y="757446"/>
                  </a:lnTo>
                  <a:lnTo>
                    <a:pt x="2400814" y="771229"/>
                  </a:lnTo>
                  <a:lnTo>
                    <a:pt x="2448830" y="786359"/>
                  </a:lnTo>
                  <a:lnTo>
                    <a:pt x="2496846" y="796726"/>
                  </a:lnTo>
                  <a:lnTo>
                    <a:pt x="2544862" y="801512"/>
                  </a:lnTo>
                  <a:lnTo>
                    <a:pt x="2592879" y="804532"/>
                  </a:lnTo>
                  <a:lnTo>
                    <a:pt x="2640895" y="806623"/>
                  </a:lnTo>
                  <a:lnTo>
                    <a:pt x="2688911" y="808623"/>
                  </a:lnTo>
                  <a:lnTo>
                    <a:pt x="2736927" y="810672"/>
                  </a:lnTo>
                  <a:lnTo>
                    <a:pt x="2784944" y="812351"/>
                  </a:lnTo>
                  <a:lnTo>
                    <a:pt x="2832960" y="813661"/>
                  </a:lnTo>
                  <a:lnTo>
                    <a:pt x="2880976" y="814602"/>
                  </a:lnTo>
                  <a:lnTo>
                    <a:pt x="2928993" y="815170"/>
                  </a:lnTo>
                  <a:lnTo>
                    <a:pt x="2977009" y="815484"/>
                  </a:lnTo>
                  <a:lnTo>
                    <a:pt x="3025025" y="815737"/>
                  </a:lnTo>
                  <a:lnTo>
                    <a:pt x="3073041" y="816118"/>
                  </a:lnTo>
                  <a:lnTo>
                    <a:pt x="3121058" y="816717"/>
                  </a:lnTo>
                  <a:lnTo>
                    <a:pt x="3169074" y="817418"/>
                  </a:lnTo>
                  <a:lnTo>
                    <a:pt x="3217090" y="818110"/>
                  </a:lnTo>
                  <a:lnTo>
                    <a:pt x="3265107" y="818680"/>
                  </a:lnTo>
                  <a:lnTo>
                    <a:pt x="3313123" y="819026"/>
                  </a:lnTo>
                  <a:lnTo>
                    <a:pt x="3361139" y="819231"/>
                  </a:lnTo>
                  <a:lnTo>
                    <a:pt x="3409156" y="819465"/>
                  </a:lnTo>
                  <a:lnTo>
                    <a:pt x="3457172" y="819894"/>
                  </a:lnTo>
                  <a:lnTo>
                    <a:pt x="3505188" y="820606"/>
                  </a:lnTo>
                  <a:lnTo>
                    <a:pt x="3553204" y="821496"/>
                  </a:lnTo>
                  <a:lnTo>
                    <a:pt x="3601221" y="822448"/>
                  </a:lnTo>
                  <a:lnTo>
                    <a:pt x="3649237" y="823346"/>
                  </a:lnTo>
                  <a:lnTo>
                    <a:pt x="3697253" y="824170"/>
                  </a:lnTo>
                  <a:lnTo>
                    <a:pt x="3745270" y="824980"/>
                  </a:lnTo>
                  <a:lnTo>
                    <a:pt x="3793286" y="825773"/>
                  </a:lnTo>
                  <a:lnTo>
                    <a:pt x="3841302" y="826545"/>
                  </a:lnTo>
                  <a:lnTo>
                    <a:pt x="3889318" y="827329"/>
                  </a:lnTo>
                  <a:lnTo>
                    <a:pt x="3937335" y="828114"/>
                  </a:lnTo>
                  <a:lnTo>
                    <a:pt x="3985351" y="828838"/>
                  </a:lnTo>
                  <a:lnTo>
                    <a:pt x="4033367" y="829438"/>
                  </a:lnTo>
                  <a:lnTo>
                    <a:pt x="4081383" y="829805"/>
                  </a:lnTo>
                  <a:lnTo>
                    <a:pt x="4129400" y="830005"/>
                  </a:lnTo>
                  <a:lnTo>
                    <a:pt x="4177416" y="830231"/>
                  </a:lnTo>
                  <a:lnTo>
                    <a:pt x="4225432" y="830676"/>
                  </a:lnTo>
                  <a:lnTo>
                    <a:pt x="4273449" y="834599"/>
                  </a:lnTo>
                  <a:lnTo>
                    <a:pt x="4321465" y="842688"/>
                  </a:lnTo>
                  <a:lnTo>
                    <a:pt x="4369481" y="851281"/>
                  </a:lnTo>
                  <a:lnTo>
                    <a:pt x="4417497" y="856716"/>
                  </a:lnTo>
                  <a:lnTo>
                    <a:pt x="4465514" y="858802"/>
                  </a:lnTo>
                  <a:lnTo>
                    <a:pt x="4513530" y="860083"/>
                  </a:lnTo>
                  <a:lnTo>
                    <a:pt x="4561546" y="860998"/>
                  </a:lnTo>
                  <a:lnTo>
                    <a:pt x="4609562" y="861985"/>
                  </a:lnTo>
                  <a:lnTo>
                    <a:pt x="4657579" y="863256"/>
                  </a:lnTo>
                  <a:lnTo>
                    <a:pt x="4705595" y="864546"/>
                  </a:lnTo>
                  <a:lnTo>
                    <a:pt x="4753611" y="865577"/>
                  </a:lnTo>
                  <a:lnTo>
                    <a:pt x="4801628" y="866074"/>
                  </a:lnTo>
                  <a:lnTo>
                    <a:pt x="4849644" y="866185"/>
                  </a:lnTo>
                  <a:lnTo>
                    <a:pt x="4897660" y="866255"/>
                  </a:lnTo>
                  <a:lnTo>
                    <a:pt x="4945676" y="866303"/>
                  </a:lnTo>
                  <a:lnTo>
                    <a:pt x="4993693" y="866349"/>
                  </a:lnTo>
                  <a:lnTo>
                    <a:pt x="5041709" y="866385"/>
                  </a:lnTo>
                  <a:lnTo>
                    <a:pt x="5089725" y="866406"/>
                  </a:lnTo>
                  <a:lnTo>
                    <a:pt x="5137741" y="866430"/>
                  </a:lnTo>
                  <a:lnTo>
                    <a:pt x="5185758" y="866476"/>
                  </a:lnTo>
                  <a:lnTo>
                    <a:pt x="5233774" y="866791"/>
                  </a:lnTo>
                  <a:lnTo>
                    <a:pt x="5281790" y="867403"/>
                  </a:lnTo>
                  <a:lnTo>
                    <a:pt x="5329807" y="868009"/>
                  </a:lnTo>
                  <a:lnTo>
                    <a:pt x="5377823" y="868302"/>
                  </a:lnTo>
                  <a:lnTo>
                    <a:pt x="5425840" y="868331"/>
                  </a:lnTo>
                  <a:lnTo>
                    <a:pt x="5473856" y="868350"/>
                  </a:lnTo>
                  <a:lnTo>
                    <a:pt x="5521872" y="868362"/>
                  </a:lnTo>
                  <a:lnTo>
                    <a:pt x="5569888" y="868374"/>
                  </a:lnTo>
                  <a:lnTo>
                    <a:pt x="5617905" y="868382"/>
                  </a:lnTo>
                  <a:lnTo>
                    <a:pt x="5665921" y="868387"/>
                  </a:lnTo>
                  <a:lnTo>
                    <a:pt x="5713937" y="868392"/>
                  </a:lnTo>
                  <a:lnTo>
                    <a:pt x="5761953" y="868402"/>
                  </a:lnTo>
                  <a:lnTo>
                    <a:pt x="5809970" y="869380"/>
                  </a:lnTo>
                  <a:lnTo>
                    <a:pt x="5857986" y="871587"/>
                  </a:lnTo>
                  <a:lnTo>
                    <a:pt x="5906002" y="873972"/>
                  </a:lnTo>
                  <a:lnTo>
                    <a:pt x="5954018" y="875488"/>
                  </a:lnTo>
                  <a:lnTo>
                    <a:pt x="6002035" y="875990"/>
                  </a:lnTo>
                  <a:lnTo>
                    <a:pt x="6050051" y="876218"/>
                  </a:lnTo>
                  <a:lnTo>
                    <a:pt x="6098067" y="876447"/>
                  </a:lnTo>
                  <a:lnTo>
                    <a:pt x="6146083" y="876949"/>
                  </a:lnTo>
                  <a:lnTo>
                    <a:pt x="6194100" y="878593"/>
                  </a:lnTo>
                  <a:lnTo>
                    <a:pt x="6242116" y="881449"/>
                  </a:lnTo>
                  <a:lnTo>
                    <a:pt x="6290133" y="884591"/>
                  </a:lnTo>
                  <a:lnTo>
                    <a:pt x="6338149" y="887094"/>
                  </a:lnTo>
                  <a:lnTo>
                    <a:pt x="6386165" y="888702"/>
                  </a:lnTo>
                  <a:lnTo>
                    <a:pt x="6434181" y="889912"/>
                  </a:lnTo>
                  <a:lnTo>
                    <a:pt x="6482198" y="890928"/>
                  </a:lnTo>
                  <a:lnTo>
                    <a:pt x="6530214" y="891954"/>
                  </a:lnTo>
                  <a:lnTo>
                    <a:pt x="6578230" y="893079"/>
                  </a:lnTo>
                  <a:lnTo>
                    <a:pt x="6626246" y="894184"/>
                  </a:lnTo>
                  <a:lnTo>
                    <a:pt x="6674263" y="895156"/>
                  </a:lnTo>
                  <a:lnTo>
                    <a:pt x="6722279" y="895887"/>
                  </a:lnTo>
                  <a:lnTo>
                    <a:pt x="6770295" y="896280"/>
                  </a:lnTo>
                  <a:lnTo>
                    <a:pt x="6818311" y="896459"/>
                  </a:lnTo>
                  <a:lnTo>
                    <a:pt x="6866328" y="896638"/>
                  </a:lnTo>
                  <a:lnTo>
                    <a:pt x="6914344" y="897031"/>
                  </a:lnTo>
                  <a:lnTo>
                    <a:pt x="6962360" y="899239"/>
                  </a:lnTo>
                  <a:lnTo>
                    <a:pt x="7010376" y="903421"/>
                  </a:lnTo>
                  <a:lnTo>
                    <a:pt x="7058393" y="907635"/>
                  </a:lnTo>
                  <a:lnTo>
                    <a:pt x="7106409" y="909936"/>
                  </a:lnTo>
                  <a:lnTo>
                    <a:pt x="7154425" y="910517"/>
                  </a:lnTo>
                  <a:lnTo>
                    <a:pt x="7202442" y="910903"/>
                  </a:lnTo>
                  <a:lnTo>
                    <a:pt x="7250458" y="911154"/>
                  </a:lnTo>
                  <a:lnTo>
                    <a:pt x="7298475" y="911331"/>
                  </a:lnTo>
                  <a:lnTo>
                    <a:pt x="7346491" y="911445"/>
                  </a:lnTo>
                  <a:lnTo>
                    <a:pt x="7394507" y="911501"/>
                  </a:lnTo>
                  <a:lnTo>
                    <a:pt x="7442523" y="911552"/>
                  </a:lnTo>
                  <a:lnTo>
                    <a:pt x="7490540" y="911651"/>
                  </a:lnTo>
                  <a:lnTo>
                    <a:pt x="7538556" y="911835"/>
                  </a:lnTo>
                  <a:lnTo>
                    <a:pt x="7586572" y="912068"/>
                  </a:lnTo>
                  <a:lnTo>
                    <a:pt x="7634588" y="912293"/>
                  </a:lnTo>
                  <a:lnTo>
                    <a:pt x="7682604" y="912453"/>
                  </a:lnTo>
                  <a:lnTo>
                    <a:pt x="7730621" y="912543"/>
                  </a:lnTo>
                  <a:lnTo>
                    <a:pt x="7778637" y="912603"/>
                  </a:lnTo>
                  <a:lnTo>
                    <a:pt x="7826653" y="912642"/>
                  </a:lnTo>
                  <a:lnTo>
                    <a:pt x="7874670" y="912670"/>
                  </a:lnTo>
                </a:path>
              </a:pathLst>
            </a:custGeom>
            <a:ln w="2857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/>
          <p:nvPr/>
        </p:nvSpPr>
        <p:spPr>
          <a:xfrm>
            <a:off x="9890917" y="9623523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9829303" y="8800008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50M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0220820" y="9756854"/>
            <a:ext cx="8052434" cy="44132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0191315" y="8439536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64M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2304031" y="9189525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18M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6145333" y="9315023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1343706" y="9077516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25M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7136467" y="9336567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10767510" y="8675052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50M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2880226" y="9255654"/>
            <a:ext cx="635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240" algn="l"/>
              </a:tabLst>
            </a:pPr>
            <a:r>
              <a:rPr sz="1350" spc="-37" baseline="3086" dirty="0">
                <a:solidFill>
                  <a:srgbClr val="616161"/>
                </a:solidFill>
                <a:latin typeface="Segoe UI"/>
                <a:cs typeface="Segoe UI"/>
              </a:rPr>
              <a:t>15M</a:t>
            </a:r>
            <a:r>
              <a:rPr sz="1350" baseline="3086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3840553" y="9268973"/>
            <a:ext cx="635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240" algn="l"/>
              </a:tabLst>
            </a:pPr>
            <a:r>
              <a:rPr sz="1350" spc="-37" baseline="3086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r>
              <a:rPr sz="1350" baseline="3086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14800876" y="9305884"/>
            <a:ext cx="635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240" algn="l"/>
              </a:tabLst>
            </a:pPr>
            <a:r>
              <a:rPr sz="1350" spc="-37" baseline="3086" dirty="0">
                <a:solidFill>
                  <a:srgbClr val="616161"/>
                </a:solidFill>
                <a:latin typeface="Segoe UI"/>
                <a:cs typeface="Segoe UI"/>
              </a:rPr>
              <a:t>12M</a:t>
            </a:r>
            <a:r>
              <a:rPr sz="1350" baseline="3086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5761203" y="9307910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0575445" y="8927337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50M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11151639" y="8894790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36M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11727836" y="9339277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25M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2688160" y="9495342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16M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13648487" y="9518511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14608812" y="9555331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16718595" y="9331490"/>
            <a:ext cx="254635" cy="28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ts val="103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10M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30"/>
              </a:lnSpc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12111966" y="9427981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20M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13072292" y="9513218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14032617" y="9525161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4992943" y="9564691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7102726" y="9464963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10383380" y="8752127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61M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10959575" y="9118675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38M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11724904" y="9097780"/>
            <a:ext cx="446405" cy="27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>
              <a:lnSpc>
                <a:spcPts val="975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24M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975"/>
              </a:lnSpc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25M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2306964" y="9320193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18M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13645556" y="9387755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14227615" y="9399752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15566206" y="9435552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15569139" y="9575565"/>
            <a:ext cx="10198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240" algn="l"/>
                <a:tab pos="780415" algn="l"/>
              </a:tabLst>
            </a:pPr>
            <a:r>
              <a:rPr sz="1350" spc="-37" baseline="3086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r>
              <a:rPr sz="1350" baseline="3086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350" spc="-37" baseline="3086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r>
              <a:rPr sz="1350" baseline="3086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17328532" y="9352206"/>
            <a:ext cx="958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r>
              <a:rPr sz="900" spc="-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r>
              <a:rPr sz="900" spc="-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r>
              <a:rPr sz="90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r>
              <a:rPr sz="900" spc="-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228600" y="228600"/>
            <a:ext cx="18116550" cy="10134600"/>
            <a:chOff x="228600" y="228600"/>
            <a:chExt cx="18116550" cy="10134600"/>
          </a:xfrm>
        </p:grpSpPr>
        <p:sp>
          <p:nvSpPr>
            <p:cNvPr id="185" name="object 185"/>
            <p:cNvSpPr/>
            <p:nvPr/>
          </p:nvSpPr>
          <p:spPr>
            <a:xfrm>
              <a:off x="10163175" y="10290174"/>
              <a:ext cx="8181975" cy="73025"/>
            </a:xfrm>
            <a:custGeom>
              <a:avLst/>
              <a:gdLst/>
              <a:ahLst/>
              <a:cxnLst/>
              <a:rect l="l" t="t" r="r" b="b"/>
              <a:pathLst>
                <a:path w="8181975" h="73025">
                  <a:moveTo>
                    <a:pt x="8159114" y="73025"/>
                  </a:moveTo>
                  <a:lnTo>
                    <a:pt x="22858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8148926" y="0"/>
                  </a:lnTo>
                  <a:lnTo>
                    <a:pt x="8181006" y="28187"/>
                  </a:lnTo>
                  <a:lnTo>
                    <a:pt x="8181974" y="33047"/>
                  </a:lnTo>
                  <a:lnTo>
                    <a:pt x="8181974" y="43152"/>
                  </a:lnTo>
                  <a:lnTo>
                    <a:pt x="8159114" y="73025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0163175" y="10290174"/>
              <a:ext cx="4086225" cy="73025"/>
            </a:xfrm>
            <a:custGeom>
              <a:avLst/>
              <a:gdLst/>
              <a:ahLst/>
              <a:cxnLst/>
              <a:rect l="l" t="t" r="r" b="b"/>
              <a:pathLst>
                <a:path w="4086225" h="73025">
                  <a:moveTo>
                    <a:pt x="4063252" y="73025"/>
                  </a:moveTo>
                  <a:lnTo>
                    <a:pt x="22858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053062" y="0"/>
                  </a:lnTo>
                  <a:lnTo>
                    <a:pt x="4085143" y="28187"/>
                  </a:lnTo>
                  <a:lnTo>
                    <a:pt x="4086110" y="33047"/>
                  </a:lnTo>
                  <a:lnTo>
                    <a:pt x="4086110" y="43152"/>
                  </a:lnTo>
                  <a:lnTo>
                    <a:pt x="4063252" y="73025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0163175" y="10290174"/>
              <a:ext cx="4086225" cy="73025"/>
            </a:xfrm>
            <a:custGeom>
              <a:avLst/>
              <a:gdLst/>
              <a:ahLst/>
              <a:cxnLst/>
              <a:rect l="l" t="t" r="r" b="b"/>
              <a:pathLst>
                <a:path w="4086225" h="73025">
                  <a:moveTo>
                    <a:pt x="22858" y="73025"/>
                  </a:move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048010" y="0"/>
                  </a:lnTo>
                  <a:lnTo>
                    <a:pt x="4053062" y="0"/>
                  </a:lnTo>
                  <a:lnTo>
                    <a:pt x="4057922" y="966"/>
                  </a:lnTo>
                  <a:lnTo>
                    <a:pt x="4083210" y="23519"/>
                  </a:lnTo>
                  <a:lnTo>
                    <a:pt x="4085143" y="28187"/>
                  </a:lnTo>
                  <a:lnTo>
                    <a:pt x="4086110" y="33047"/>
                  </a:lnTo>
                  <a:lnTo>
                    <a:pt x="4086110" y="38099"/>
                  </a:lnTo>
                  <a:lnTo>
                    <a:pt x="4086110" y="43152"/>
                  </a:lnTo>
                  <a:lnTo>
                    <a:pt x="4067258" y="71366"/>
                  </a:lnTo>
                  <a:lnTo>
                    <a:pt x="4063252" y="73025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233362" y="233362"/>
              <a:ext cx="1847850" cy="3943350"/>
            </a:xfrm>
            <a:custGeom>
              <a:avLst/>
              <a:gdLst/>
              <a:ahLst/>
              <a:cxnLst/>
              <a:rect l="l" t="t" r="r" b="b"/>
              <a:pathLst>
                <a:path w="1847850" h="3943350">
                  <a:moveTo>
                    <a:pt x="1781102" y="3943349"/>
                  </a:moveTo>
                  <a:lnTo>
                    <a:pt x="66746" y="3943349"/>
                  </a:lnTo>
                  <a:lnTo>
                    <a:pt x="62101" y="3942892"/>
                  </a:lnTo>
                  <a:lnTo>
                    <a:pt x="24240" y="3925742"/>
                  </a:lnTo>
                  <a:lnTo>
                    <a:pt x="2287" y="3890449"/>
                  </a:lnTo>
                  <a:lnTo>
                    <a:pt x="0" y="3876602"/>
                  </a:lnTo>
                  <a:lnTo>
                    <a:pt x="0" y="38719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781102" y="0"/>
                  </a:lnTo>
                  <a:lnTo>
                    <a:pt x="1820000" y="14645"/>
                  </a:lnTo>
                  <a:lnTo>
                    <a:pt x="1844206" y="48433"/>
                  </a:lnTo>
                  <a:lnTo>
                    <a:pt x="1847849" y="66746"/>
                  </a:lnTo>
                  <a:lnTo>
                    <a:pt x="1847849" y="3876602"/>
                  </a:lnTo>
                  <a:lnTo>
                    <a:pt x="1833204" y="3915500"/>
                  </a:lnTo>
                  <a:lnTo>
                    <a:pt x="1799416" y="3939706"/>
                  </a:lnTo>
                  <a:lnTo>
                    <a:pt x="1785748" y="3942892"/>
                  </a:lnTo>
                  <a:lnTo>
                    <a:pt x="1781102" y="3943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233362" y="233362"/>
              <a:ext cx="1847850" cy="3943350"/>
            </a:xfrm>
            <a:custGeom>
              <a:avLst/>
              <a:gdLst/>
              <a:ahLst/>
              <a:cxnLst/>
              <a:rect l="l" t="t" r="r" b="b"/>
              <a:pathLst>
                <a:path w="1847850" h="3943350">
                  <a:moveTo>
                    <a:pt x="0" y="38719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776412" y="0"/>
                  </a:lnTo>
                  <a:lnTo>
                    <a:pt x="1781102" y="0"/>
                  </a:lnTo>
                  <a:lnTo>
                    <a:pt x="1785748" y="457"/>
                  </a:lnTo>
                  <a:lnTo>
                    <a:pt x="1790349" y="1372"/>
                  </a:lnTo>
                  <a:lnTo>
                    <a:pt x="1794949" y="2287"/>
                  </a:lnTo>
                  <a:lnTo>
                    <a:pt x="1799416" y="3642"/>
                  </a:lnTo>
                  <a:lnTo>
                    <a:pt x="1803750" y="5437"/>
                  </a:lnTo>
                  <a:lnTo>
                    <a:pt x="1808083" y="7232"/>
                  </a:lnTo>
                  <a:lnTo>
                    <a:pt x="1826926" y="20923"/>
                  </a:lnTo>
                  <a:lnTo>
                    <a:pt x="1830243" y="24240"/>
                  </a:lnTo>
                  <a:lnTo>
                    <a:pt x="1847392" y="62101"/>
                  </a:lnTo>
                  <a:lnTo>
                    <a:pt x="1847849" y="71437"/>
                  </a:lnTo>
                  <a:lnTo>
                    <a:pt x="1847849" y="3871912"/>
                  </a:lnTo>
                  <a:lnTo>
                    <a:pt x="1842411" y="3899249"/>
                  </a:lnTo>
                  <a:lnTo>
                    <a:pt x="1840616" y="3903582"/>
                  </a:lnTo>
                  <a:lnTo>
                    <a:pt x="1812200" y="3933915"/>
                  </a:lnTo>
                  <a:lnTo>
                    <a:pt x="1790349" y="3941976"/>
                  </a:lnTo>
                  <a:lnTo>
                    <a:pt x="1785748" y="3942892"/>
                  </a:lnTo>
                  <a:lnTo>
                    <a:pt x="1781102" y="3943349"/>
                  </a:lnTo>
                  <a:lnTo>
                    <a:pt x="1776412" y="3943349"/>
                  </a:lnTo>
                  <a:lnTo>
                    <a:pt x="71437" y="3943349"/>
                  </a:lnTo>
                  <a:lnTo>
                    <a:pt x="66746" y="3943349"/>
                  </a:lnTo>
                  <a:lnTo>
                    <a:pt x="62101" y="3942892"/>
                  </a:lnTo>
                  <a:lnTo>
                    <a:pt x="31748" y="3931309"/>
                  </a:lnTo>
                  <a:lnTo>
                    <a:pt x="27848" y="3928703"/>
                  </a:lnTo>
                  <a:lnTo>
                    <a:pt x="3642" y="3894916"/>
                  </a:lnTo>
                  <a:lnTo>
                    <a:pt x="0" y="3876602"/>
                  </a:lnTo>
                  <a:lnTo>
                    <a:pt x="0" y="3871912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90512" y="914399"/>
              <a:ext cx="1533525" cy="1428750"/>
            </a:xfrm>
            <a:custGeom>
              <a:avLst/>
              <a:gdLst/>
              <a:ahLst/>
              <a:cxnLst/>
              <a:rect l="l" t="t" r="r" b="b"/>
              <a:pathLst>
                <a:path w="1533525" h="1428750">
                  <a:moveTo>
                    <a:pt x="15335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0" y="571500"/>
                  </a:lnTo>
                  <a:lnTo>
                    <a:pt x="0" y="857250"/>
                  </a:lnTo>
                  <a:lnTo>
                    <a:pt x="0" y="1143000"/>
                  </a:lnTo>
                  <a:lnTo>
                    <a:pt x="0" y="1428750"/>
                  </a:lnTo>
                  <a:lnTo>
                    <a:pt x="1533525" y="1428750"/>
                  </a:lnTo>
                  <a:lnTo>
                    <a:pt x="1533525" y="1143000"/>
                  </a:lnTo>
                  <a:lnTo>
                    <a:pt x="1533525" y="857250"/>
                  </a:lnTo>
                  <a:lnTo>
                    <a:pt x="1533525" y="571500"/>
                  </a:lnTo>
                  <a:lnTo>
                    <a:pt x="1533525" y="285750"/>
                  </a:lnTo>
                  <a:lnTo>
                    <a:pt x="1533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1" name="object 191"/>
          <p:cNvGraphicFramePr>
            <a:graphicFrameLocks noGrp="1"/>
          </p:cNvGraphicFramePr>
          <p:nvPr/>
        </p:nvGraphicFramePr>
        <p:xfrm>
          <a:off x="368299" y="366688"/>
          <a:ext cx="1243965" cy="19608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190"/>
                        </a:lnSpc>
                      </a:pPr>
                      <a:r>
                        <a:rPr sz="3000" spc="-20" dirty="0">
                          <a:solidFill>
                            <a:srgbClr val="242424"/>
                          </a:solidFill>
                          <a:latin typeface="Tahoma"/>
                          <a:cs typeface="Tahoma"/>
                        </a:rPr>
                        <a:t>Year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3208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2019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8445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2020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2021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2022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2023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2" name="object 192"/>
          <p:cNvSpPr/>
          <p:nvPr/>
        </p:nvSpPr>
        <p:spPr>
          <a:xfrm>
            <a:off x="390512" y="2343149"/>
            <a:ext cx="1533525" cy="571500"/>
          </a:xfrm>
          <a:custGeom>
            <a:avLst/>
            <a:gdLst/>
            <a:ahLst/>
            <a:cxnLst/>
            <a:rect l="l" t="t" r="r" b="b"/>
            <a:pathLst>
              <a:path w="1533525" h="571500">
                <a:moveTo>
                  <a:pt x="1533525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1533525" y="571500"/>
                </a:lnTo>
                <a:lnTo>
                  <a:pt x="1533525" y="285750"/>
                </a:lnTo>
                <a:lnTo>
                  <a:pt x="15335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 txBox="1"/>
          <p:nvPr/>
        </p:nvSpPr>
        <p:spPr>
          <a:xfrm>
            <a:off x="1053504" y="2635250"/>
            <a:ext cx="4362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E66B37"/>
                </a:solidFill>
                <a:latin typeface="Segoe UI"/>
                <a:cs typeface="Segoe UI"/>
              </a:rPr>
              <a:t>2025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387349" y="268287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257175" y="4210050"/>
            <a:ext cx="1828800" cy="3314700"/>
            <a:chOff x="257175" y="4210050"/>
            <a:chExt cx="1828800" cy="3314700"/>
          </a:xfrm>
        </p:grpSpPr>
        <p:sp>
          <p:nvSpPr>
            <p:cNvPr id="196" name="object 196"/>
            <p:cNvSpPr/>
            <p:nvPr/>
          </p:nvSpPr>
          <p:spPr>
            <a:xfrm>
              <a:off x="261937" y="4214812"/>
              <a:ext cx="1819275" cy="3305175"/>
            </a:xfrm>
            <a:custGeom>
              <a:avLst/>
              <a:gdLst/>
              <a:ahLst/>
              <a:cxnLst/>
              <a:rect l="l" t="t" r="r" b="b"/>
              <a:pathLst>
                <a:path w="1819275" h="3305175">
                  <a:moveTo>
                    <a:pt x="1752527" y="3305174"/>
                  </a:moveTo>
                  <a:lnTo>
                    <a:pt x="66746" y="3305174"/>
                  </a:lnTo>
                  <a:lnTo>
                    <a:pt x="62101" y="3304717"/>
                  </a:lnTo>
                  <a:lnTo>
                    <a:pt x="24240" y="3287567"/>
                  </a:lnTo>
                  <a:lnTo>
                    <a:pt x="2287" y="3252273"/>
                  </a:lnTo>
                  <a:lnTo>
                    <a:pt x="0" y="3238427"/>
                  </a:lnTo>
                  <a:lnTo>
                    <a:pt x="0" y="32337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752527" y="0"/>
                  </a:lnTo>
                  <a:lnTo>
                    <a:pt x="1791425" y="14645"/>
                  </a:lnTo>
                  <a:lnTo>
                    <a:pt x="1815631" y="48433"/>
                  </a:lnTo>
                  <a:lnTo>
                    <a:pt x="1819274" y="66746"/>
                  </a:lnTo>
                  <a:lnTo>
                    <a:pt x="1819274" y="3238427"/>
                  </a:lnTo>
                  <a:lnTo>
                    <a:pt x="1804629" y="3277325"/>
                  </a:lnTo>
                  <a:lnTo>
                    <a:pt x="1770841" y="3301531"/>
                  </a:lnTo>
                  <a:lnTo>
                    <a:pt x="1757173" y="3304716"/>
                  </a:lnTo>
                  <a:lnTo>
                    <a:pt x="1752527" y="3305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61937" y="4214812"/>
              <a:ext cx="1819275" cy="3305175"/>
            </a:xfrm>
            <a:custGeom>
              <a:avLst/>
              <a:gdLst/>
              <a:ahLst/>
              <a:cxnLst/>
              <a:rect l="l" t="t" r="r" b="b"/>
              <a:pathLst>
                <a:path w="1819275" h="3305175">
                  <a:moveTo>
                    <a:pt x="0" y="32337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747837" y="0"/>
                  </a:lnTo>
                  <a:lnTo>
                    <a:pt x="1752527" y="0"/>
                  </a:lnTo>
                  <a:lnTo>
                    <a:pt x="1757173" y="457"/>
                  </a:lnTo>
                  <a:lnTo>
                    <a:pt x="1761774" y="1372"/>
                  </a:lnTo>
                  <a:lnTo>
                    <a:pt x="1766374" y="2287"/>
                  </a:lnTo>
                  <a:lnTo>
                    <a:pt x="1770841" y="3642"/>
                  </a:lnTo>
                  <a:lnTo>
                    <a:pt x="1775175" y="5437"/>
                  </a:lnTo>
                  <a:lnTo>
                    <a:pt x="1779508" y="7232"/>
                  </a:lnTo>
                  <a:lnTo>
                    <a:pt x="1798351" y="20923"/>
                  </a:lnTo>
                  <a:lnTo>
                    <a:pt x="1801667" y="24240"/>
                  </a:lnTo>
                  <a:lnTo>
                    <a:pt x="1804629" y="27848"/>
                  </a:lnTo>
                  <a:lnTo>
                    <a:pt x="1807235" y="31748"/>
                  </a:lnTo>
                  <a:lnTo>
                    <a:pt x="1809841" y="35649"/>
                  </a:lnTo>
                  <a:lnTo>
                    <a:pt x="1817902" y="57500"/>
                  </a:lnTo>
                  <a:lnTo>
                    <a:pt x="1818817" y="62101"/>
                  </a:lnTo>
                  <a:lnTo>
                    <a:pt x="1819274" y="66746"/>
                  </a:lnTo>
                  <a:lnTo>
                    <a:pt x="1819274" y="71437"/>
                  </a:lnTo>
                  <a:lnTo>
                    <a:pt x="1819274" y="3233737"/>
                  </a:lnTo>
                  <a:lnTo>
                    <a:pt x="1819274" y="3238427"/>
                  </a:lnTo>
                  <a:lnTo>
                    <a:pt x="1818817" y="3243073"/>
                  </a:lnTo>
                  <a:lnTo>
                    <a:pt x="1817902" y="3247673"/>
                  </a:lnTo>
                  <a:lnTo>
                    <a:pt x="1816986" y="3252273"/>
                  </a:lnTo>
                  <a:lnTo>
                    <a:pt x="1807235" y="3273425"/>
                  </a:lnTo>
                  <a:lnTo>
                    <a:pt x="1804629" y="3277325"/>
                  </a:lnTo>
                  <a:lnTo>
                    <a:pt x="1801667" y="3280934"/>
                  </a:lnTo>
                  <a:lnTo>
                    <a:pt x="1798351" y="3284250"/>
                  </a:lnTo>
                  <a:lnTo>
                    <a:pt x="1795034" y="3287567"/>
                  </a:lnTo>
                  <a:lnTo>
                    <a:pt x="1761774" y="3303801"/>
                  </a:lnTo>
                  <a:lnTo>
                    <a:pt x="1757173" y="3304716"/>
                  </a:lnTo>
                  <a:lnTo>
                    <a:pt x="1752527" y="3305174"/>
                  </a:lnTo>
                  <a:lnTo>
                    <a:pt x="1747837" y="3305174"/>
                  </a:lnTo>
                  <a:lnTo>
                    <a:pt x="71437" y="3305174"/>
                  </a:lnTo>
                  <a:lnTo>
                    <a:pt x="66746" y="3305174"/>
                  </a:lnTo>
                  <a:lnTo>
                    <a:pt x="62101" y="3304717"/>
                  </a:lnTo>
                  <a:lnTo>
                    <a:pt x="31748" y="3293135"/>
                  </a:lnTo>
                  <a:lnTo>
                    <a:pt x="27848" y="3290529"/>
                  </a:lnTo>
                  <a:lnTo>
                    <a:pt x="24240" y="3287567"/>
                  </a:lnTo>
                  <a:lnTo>
                    <a:pt x="20923" y="3284250"/>
                  </a:lnTo>
                  <a:lnTo>
                    <a:pt x="17606" y="3280934"/>
                  </a:lnTo>
                  <a:lnTo>
                    <a:pt x="14645" y="3277325"/>
                  </a:lnTo>
                  <a:lnTo>
                    <a:pt x="12039" y="3273425"/>
                  </a:lnTo>
                  <a:lnTo>
                    <a:pt x="9433" y="3269525"/>
                  </a:lnTo>
                  <a:lnTo>
                    <a:pt x="1372" y="3247673"/>
                  </a:lnTo>
                  <a:lnTo>
                    <a:pt x="457" y="3243073"/>
                  </a:lnTo>
                  <a:lnTo>
                    <a:pt x="0" y="3238427"/>
                  </a:lnTo>
                  <a:lnTo>
                    <a:pt x="0" y="323373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8" name="object 198"/>
          <p:cNvSpPr txBox="1"/>
          <p:nvPr/>
        </p:nvSpPr>
        <p:spPr>
          <a:xfrm>
            <a:off x="500905" y="4283074"/>
            <a:ext cx="1360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10" dirty="0">
                <a:solidFill>
                  <a:srgbClr val="242424"/>
                </a:solidFill>
                <a:latin typeface="Tahoma"/>
                <a:cs typeface="Tahoma"/>
              </a:rPr>
              <a:t>category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99" name="object 199"/>
          <p:cNvSpPr/>
          <p:nvPr/>
        </p:nvSpPr>
        <p:spPr>
          <a:xfrm>
            <a:off x="419087" y="4895849"/>
            <a:ext cx="1504950" cy="571500"/>
          </a:xfrm>
          <a:custGeom>
            <a:avLst/>
            <a:gdLst/>
            <a:ahLst/>
            <a:cxnLst/>
            <a:rect l="l" t="t" r="r" b="b"/>
            <a:pathLst>
              <a:path w="1504950" h="571500">
                <a:moveTo>
                  <a:pt x="1504950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1504950" y="571500"/>
                </a:lnTo>
                <a:lnTo>
                  <a:pt x="1504950" y="285750"/>
                </a:lnTo>
                <a:lnTo>
                  <a:pt x="1504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 txBox="1"/>
          <p:nvPr/>
        </p:nvSpPr>
        <p:spPr>
          <a:xfrm>
            <a:off x="415925" y="4846954"/>
            <a:ext cx="1778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6300"/>
              </a:lnSpc>
              <a:spcBef>
                <a:spcPts val="100"/>
              </a:spcBef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 O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1" name="object 201"/>
          <p:cNvSpPr/>
          <p:nvPr/>
        </p:nvSpPr>
        <p:spPr>
          <a:xfrm>
            <a:off x="419087" y="5467349"/>
            <a:ext cx="1504950" cy="571500"/>
          </a:xfrm>
          <a:custGeom>
            <a:avLst/>
            <a:gdLst/>
            <a:ahLst/>
            <a:cxnLst/>
            <a:rect l="l" t="t" r="r" b="b"/>
            <a:pathLst>
              <a:path w="1504950" h="571500">
                <a:moveTo>
                  <a:pt x="1504950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1504950" y="571500"/>
                </a:lnTo>
                <a:lnTo>
                  <a:pt x="1504950" y="285750"/>
                </a:lnTo>
                <a:lnTo>
                  <a:pt x="1504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 txBox="1"/>
          <p:nvPr/>
        </p:nvSpPr>
        <p:spPr>
          <a:xfrm>
            <a:off x="415925" y="5418454"/>
            <a:ext cx="1778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6300"/>
              </a:lnSpc>
              <a:spcBef>
                <a:spcPts val="100"/>
              </a:spcBef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 O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3" name="object 203"/>
          <p:cNvSpPr/>
          <p:nvPr/>
        </p:nvSpPr>
        <p:spPr>
          <a:xfrm>
            <a:off x="419087" y="6038849"/>
            <a:ext cx="1504950" cy="571500"/>
          </a:xfrm>
          <a:custGeom>
            <a:avLst/>
            <a:gdLst/>
            <a:ahLst/>
            <a:cxnLst/>
            <a:rect l="l" t="t" r="r" b="b"/>
            <a:pathLst>
              <a:path w="1504950" h="571500">
                <a:moveTo>
                  <a:pt x="1504950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1504950" y="571500"/>
                </a:lnTo>
                <a:lnTo>
                  <a:pt x="1504950" y="285750"/>
                </a:lnTo>
                <a:lnTo>
                  <a:pt x="1504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 txBox="1"/>
          <p:nvPr/>
        </p:nvSpPr>
        <p:spPr>
          <a:xfrm>
            <a:off x="415925" y="5989954"/>
            <a:ext cx="1778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6300"/>
              </a:lnSpc>
              <a:spcBef>
                <a:spcPts val="100"/>
              </a:spcBef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 O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5" name="object 205"/>
          <p:cNvSpPr/>
          <p:nvPr/>
        </p:nvSpPr>
        <p:spPr>
          <a:xfrm>
            <a:off x="419100" y="6610350"/>
            <a:ext cx="1504950" cy="285750"/>
          </a:xfrm>
          <a:custGeom>
            <a:avLst/>
            <a:gdLst/>
            <a:ahLst/>
            <a:cxnLst/>
            <a:rect l="l" t="t" r="r" b="b"/>
            <a:pathLst>
              <a:path w="1504950" h="285750">
                <a:moveTo>
                  <a:pt x="1504949" y="285749"/>
                </a:moveTo>
                <a:lnTo>
                  <a:pt x="0" y="285749"/>
                </a:lnTo>
                <a:lnTo>
                  <a:pt x="0" y="0"/>
                </a:lnTo>
                <a:lnTo>
                  <a:pt x="1504949" y="0"/>
                </a:lnTo>
                <a:lnTo>
                  <a:pt x="1504949" y="285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 txBox="1"/>
          <p:nvPr/>
        </p:nvSpPr>
        <p:spPr>
          <a:xfrm>
            <a:off x="727719" y="4845049"/>
            <a:ext cx="1116330" cy="202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585" marR="100965" indent="-635" algn="ctr">
              <a:lnSpc>
                <a:spcPct val="125000"/>
              </a:lnSpc>
              <a:spcBef>
                <a:spcPts val="100"/>
              </a:spcBef>
            </a:pPr>
            <a:r>
              <a:rPr sz="1500" spc="-20" dirty="0">
                <a:solidFill>
                  <a:srgbClr val="E66B37"/>
                </a:solidFill>
                <a:latin typeface="Segoe UI"/>
                <a:cs typeface="Segoe UI"/>
              </a:rPr>
              <a:t>auto</a:t>
            </a:r>
            <a:r>
              <a:rPr sz="1500" spc="-10" dirty="0">
                <a:solidFill>
                  <a:srgbClr val="E66B37"/>
                </a:solidFill>
                <a:latin typeface="Segoe UI"/>
                <a:cs typeface="Segoe UI"/>
              </a:rPr>
              <a:t> books electronics fashion furniture</a:t>
            </a:r>
            <a:endParaRPr sz="1500">
              <a:latin typeface="Segoe UI"/>
              <a:cs typeface="Segoe UI"/>
            </a:endParaRPr>
          </a:p>
          <a:p>
            <a:pPr marL="12065" marR="5080" algn="ctr">
              <a:lnSpc>
                <a:spcPct val="125000"/>
              </a:lnSpc>
            </a:pPr>
            <a:r>
              <a:rPr sz="1500" spc="-10" dirty="0">
                <a:solidFill>
                  <a:srgbClr val="E66B37"/>
                </a:solidFill>
                <a:latin typeface="Segoe UI"/>
                <a:cs typeface="Segoe UI"/>
              </a:rPr>
              <a:t>home_goods </a:t>
            </a:r>
            <a:r>
              <a:rPr sz="1500" spc="-20" dirty="0">
                <a:solidFill>
                  <a:srgbClr val="E66B37"/>
                </a:solidFill>
                <a:latin typeface="Segoe UI"/>
                <a:cs typeface="Segoe UI"/>
              </a:rPr>
              <a:t>toys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415925" y="666432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AFA">
              <a:alpha val="8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28600" y="5372099"/>
            <a:ext cx="5238750" cy="4895850"/>
            <a:chOff x="228600" y="5372099"/>
            <a:chExt cx="5238750" cy="4895850"/>
          </a:xfrm>
        </p:grpSpPr>
        <p:sp>
          <p:nvSpPr>
            <p:cNvPr id="5" name="object 5"/>
            <p:cNvSpPr/>
            <p:nvPr/>
          </p:nvSpPr>
          <p:spPr>
            <a:xfrm>
              <a:off x="233362" y="5376862"/>
              <a:ext cx="5229225" cy="4886325"/>
            </a:xfrm>
            <a:custGeom>
              <a:avLst/>
              <a:gdLst/>
              <a:ahLst/>
              <a:cxnLst/>
              <a:rect l="l" t="t" r="r" b="b"/>
              <a:pathLst>
                <a:path w="5229225" h="4886325">
                  <a:moveTo>
                    <a:pt x="5162477" y="4886324"/>
                  </a:moveTo>
                  <a:lnTo>
                    <a:pt x="66746" y="4886324"/>
                  </a:lnTo>
                  <a:lnTo>
                    <a:pt x="62101" y="4885867"/>
                  </a:lnTo>
                  <a:lnTo>
                    <a:pt x="24240" y="4868717"/>
                  </a:lnTo>
                  <a:lnTo>
                    <a:pt x="2287" y="4833424"/>
                  </a:lnTo>
                  <a:lnTo>
                    <a:pt x="0" y="4819577"/>
                  </a:lnTo>
                  <a:lnTo>
                    <a:pt x="0" y="4814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162477" y="0"/>
                  </a:lnTo>
                  <a:lnTo>
                    <a:pt x="5201375" y="14645"/>
                  </a:lnTo>
                  <a:lnTo>
                    <a:pt x="5225581" y="48433"/>
                  </a:lnTo>
                  <a:lnTo>
                    <a:pt x="5229224" y="66746"/>
                  </a:lnTo>
                  <a:lnTo>
                    <a:pt x="5229224" y="4819577"/>
                  </a:lnTo>
                  <a:lnTo>
                    <a:pt x="5214578" y="4858475"/>
                  </a:lnTo>
                  <a:lnTo>
                    <a:pt x="5180790" y="4882681"/>
                  </a:lnTo>
                  <a:lnTo>
                    <a:pt x="5167123" y="4885867"/>
                  </a:lnTo>
                  <a:lnTo>
                    <a:pt x="5162477" y="4886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3362" y="5376862"/>
              <a:ext cx="5229225" cy="4886325"/>
            </a:xfrm>
            <a:custGeom>
              <a:avLst/>
              <a:gdLst/>
              <a:ahLst/>
              <a:cxnLst/>
              <a:rect l="l" t="t" r="r" b="b"/>
              <a:pathLst>
                <a:path w="5229225" h="4886325">
                  <a:moveTo>
                    <a:pt x="0" y="481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157787" y="0"/>
                  </a:lnTo>
                  <a:lnTo>
                    <a:pt x="5162477" y="0"/>
                  </a:lnTo>
                  <a:lnTo>
                    <a:pt x="5167123" y="457"/>
                  </a:lnTo>
                  <a:lnTo>
                    <a:pt x="5171723" y="1372"/>
                  </a:lnTo>
                  <a:lnTo>
                    <a:pt x="5176323" y="2287"/>
                  </a:lnTo>
                  <a:lnTo>
                    <a:pt x="5197474" y="12039"/>
                  </a:lnTo>
                  <a:lnTo>
                    <a:pt x="5201375" y="14645"/>
                  </a:lnTo>
                  <a:lnTo>
                    <a:pt x="5204984" y="17606"/>
                  </a:lnTo>
                  <a:lnTo>
                    <a:pt x="5208300" y="20923"/>
                  </a:lnTo>
                  <a:lnTo>
                    <a:pt x="5211617" y="24240"/>
                  </a:lnTo>
                  <a:lnTo>
                    <a:pt x="5223786" y="44099"/>
                  </a:lnTo>
                  <a:lnTo>
                    <a:pt x="5225581" y="48433"/>
                  </a:lnTo>
                  <a:lnTo>
                    <a:pt x="5226936" y="52900"/>
                  </a:lnTo>
                  <a:lnTo>
                    <a:pt x="5227851" y="57500"/>
                  </a:lnTo>
                  <a:lnTo>
                    <a:pt x="5228766" y="62101"/>
                  </a:lnTo>
                  <a:lnTo>
                    <a:pt x="5229224" y="66746"/>
                  </a:lnTo>
                  <a:lnTo>
                    <a:pt x="5229224" y="71437"/>
                  </a:lnTo>
                  <a:lnTo>
                    <a:pt x="5229224" y="4814887"/>
                  </a:lnTo>
                  <a:lnTo>
                    <a:pt x="5229224" y="4819577"/>
                  </a:lnTo>
                  <a:lnTo>
                    <a:pt x="5228766" y="4824222"/>
                  </a:lnTo>
                  <a:lnTo>
                    <a:pt x="5227851" y="4828823"/>
                  </a:lnTo>
                  <a:lnTo>
                    <a:pt x="5226936" y="4833423"/>
                  </a:lnTo>
                  <a:lnTo>
                    <a:pt x="5225581" y="4837890"/>
                  </a:lnTo>
                  <a:lnTo>
                    <a:pt x="5223786" y="4842224"/>
                  </a:lnTo>
                  <a:lnTo>
                    <a:pt x="5221991" y="4846558"/>
                  </a:lnTo>
                  <a:lnTo>
                    <a:pt x="5219790" y="4850675"/>
                  </a:lnTo>
                  <a:lnTo>
                    <a:pt x="5217184" y="4854575"/>
                  </a:lnTo>
                  <a:lnTo>
                    <a:pt x="5214578" y="4858475"/>
                  </a:lnTo>
                  <a:lnTo>
                    <a:pt x="5211617" y="4862084"/>
                  </a:lnTo>
                  <a:lnTo>
                    <a:pt x="5208300" y="4865400"/>
                  </a:lnTo>
                  <a:lnTo>
                    <a:pt x="5204984" y="4868717"/>
                  </a:lnTo>
                  <a:lnTo>
                    <a:pt x="5201375" y="4871678"/>
                  </a:lnTo>
                  <a:lnTo>
                    <a:pt x="5197475" y="4874284"/>
                  </a:lnTo>
                  <a:lnTo>
                    <a:pt x="5193574" y="4876890"/>
                  </a:lnTo>
                  <a:lnTo>
                    <a:pt x="5171723" y="4884952"/>
                  </a:lnTo>
                  <a:lnTo>
                    <a:pt x="5167123" y="4885867"/>
                  </a:lnTo>
                  <a:lnTo>
                    <a:pt x="5162477" y="4886324"/>
                  </a:lnTo>
                  <a:lnTo>
                    <a:pt x="5157787" y="4886324"/>
                  </a:lnTo>
                  <a:lnTo>
                    <a:pt x="71437" y="4886324"/>
                  </a:lnTo>
                  <a:lnTo>
                    <a:pt x="66746" y="4886324"/>
                  </a:lnTo>
                  <a:lnTo>
                    <a:pt x="62101" y="4885867"/>
                  </a:lnTo>
                  <a:lnTo>
                    <a:pt x="31748" y="4874284"/>
                  </a:lnTo>
                  <a:lnTo>
                    <a:pt x="27848" y="4871678"/>
                  </a:lnTo>
                  <a:lnTo>
                    <a:pt x="24240" y="4868717"/>
                  </a:lnTo>
                  <a:lnTo>
                    <a:pt x="20923" y="4865400"/>
                  </a:lnTo>
                  <a:lnTo>
                    <a:pt x="17606" y="4862084"/>
                  </a:lnTo>
                  <a:lnTo>
                    <a:pt x="14645" y="4858475"/>
                  </a:lnTo>
                  <a:lnTo>
                    <a:pt x="12039" y="4854575"/>
                  </a:lnTo>
                  <a:lnTo>
                    <a:pt x="9433" y="4850675"/>
                  </a:lnTo>
                  <a:lnTo>
                    <a:pt x="1372" y="4828823"/>
                  </a:lnTo>
                  <a:lnTo>
                    <a:pt x="457" y="4824222"/>
                  </a:lnTo>
                  <a:lnTo>
                    <a:pt x="0" y="4819577"/>
                  </a:lnTo>
                  <a:lnTo>
                    <a:pt x="0" y="481488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7824" y="5415544"/>
            <a:ext cx="4944110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430"/>
              </a:spcBef>
            </a:pP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Customer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by </a:t>
            </a:r>
            <a:r>
              <a:rPr sz="2000" spc="-10" dirty="0">
                <a:solidFill>
                  <a:srgbClr val="242424"/>
                </a:solidFill>
                <a:latin typeface="Tahoma"/>
                <a:cs typeface="Tahoma"/>
              </a:rPr>
              <a:t>Segment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revenue,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orders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aov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customer_segme…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14387" y="6257924"/>
            <a:ext cx="4495800" cy="3594100"/>
            <a:chOff x="814387" y="6257924"/>
            <a:chExt cx="4495800" cy="3594100"/>
          </a:xfrm>
        </p:grpSpPr>
        <p:sp>
          <p:nvSpPr>
            <p:cNvPr id="9" name="object 9"/>
            <p:cNvSpPr/>
            <p:nvPr/>
          </p:nvSpPr>
          <p:spPr>
            <a:xfrm>
              <a:off x="819150" y="9847262"/>
              <a:ext cx="4486275" cy="0"/>
            </a:xfrm>
            <a:custGeom>
              <a:avLst/>
              <a:gdLst/>
              <a:ahLst/>
              <a:cxnLst/>
              <a:rect l="l" t="t" r="r" b="b"/>
              <a:pathLst>
                <a:path w="4486275">
                  <a:moveTo>
                    <a:pt x="0" y="0"/>
                  </a:moveTo>
                  <a:lnTo>
                    <a:pt x="44862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9150" y="6774769"/>
              <a:ext cx="4486275" cy="2560955"/>
            </a:xfrm>
            <a:custGeom>
              <a:avLst/>
              <a:gdLst/>
              <a:ahLst/>
              <a:cxnLst/>
              <a:rect l="l" t="t" r="r" b="b"/>
              <a:pathLst>
                <a:path w="4486275" h="2560954">
                  <a:moveTo>
                    <a:pt x="0" y="2560410"/>
                  </a:moveTo>
                  <a:lnTo>
                    <a:pt x="543790" y="2560410"/>
                  </a:lnTo>
                </a:path>
                <a:path w="4486275" h="2560954">
                  <a:moveTo>
                    <a:pt x="1134090" y="2560410"/>
                  </a:moveTo>
                  <a:lnTo>
                    <a:pt x="1903268" y="2560410"/>
                  </a:lnTo>
                </a:path>
                <a:path w="4486275" h="2560954">
                  <a:moveTo>
                    <a:pt x="2493567" y="2560410"/>
                  </a:moveTo>
                  <a:lnTo>
                    <a:pt x="3262745" y="2560410"/>
                  </a:lnTo>
                </a:path>
                <a:path w="4486275" h="2560954">
                  <a:moveTo>
                    <a:pt x="3853044" y="2560410"/>
                  </a:moveTo>
                  <a:lnTo>
                    <a:pt x="4486274" y="2560410"/>
                  </a:lnTo>
                </a:path>
                <a:path w="4486275" h="2560954">
                  <a:moveTo>
                    <a:pt x="0" y="2048328"/>
                  </a:moveTo>
                  <a:lnTo>
                    <a:pt x="543790" y="2048328"/>
                  </a:lnTo>
                </a:path>
                <a:path w="4486275" h="2560954">
                  <a:moveTo>
                    <a:pt x="1134090" y="2048328"/>
                  </a:moveTo>
                  <a:lnTo>
                    <a:pt x="4486274" y="2048328"/>
                  </a:lnTo>
                </a:path>
                <a:path w="4486275" h="2560954">
                  <a:moveTo>
                    <a:pt x="0" y="1536246"/>
                  </a:moveTo>
                  <a:lnTo>
                    <a:pt x="543790" y="1536246"/>
                  </a:lnTo>
                </a:path>
                <a:path w="4486275" h="2560954">
                  <a:moveTo>
                    <a:pt x="1134090" y="1536246"/>
                  </a:moveTo>
                  <a:lnTo>
                    <a:pt x="4486274" y="1536246"/>
                  </a:lnTo>
                </a:path>
                <a:path w="4486275" h="2560954">
                  <a:moveTo>
                    <a:pt x="0" y="1024164"/>
                  </a:moveTo>
                  <a:lnTo>
                    <a:pt x="543790" y="1024164"/>
                  </a:lnTo>
                </a:path>
                <a:path w="4486275" h="2560954">
                  <a:moveTo>
                    <a:pt x="1134090" y="1024164"/>
                  </a:moveTo>
                  <a:lnTo>
                    <a:pt x="4486274" y="1024164"/>
                  </a:lnTo>
                </a:path>
                <a:path w="4486275" h="2560954">
                  <a:moveTo>
                    <a:pt x="0" y="512082"/>
                  </a:moveTo>
                  <a:lnTo>
                    <a:pt x="543790" y="512082"/>
                  </a:lnTo>
                </a:path>
                <a:path w="4486275" h="2560954">
                  <a:moveTo>
                    <a:pt x="1134090" y="512082"/>
                  </a:moveTo>
                  <a:lnTo>
                    <a:pt x="4486274" y="512082"/>
                  </a:lnTo>
                </a:path>
                <a:path w="4486275" h="2560954">
                  <a:moveTo>
                    <a:pt x="0" y="0"/>
                  </a:moveTo>
                  <a:lnTo>
                    <a:pt x="543790" y="0"/>
                  </a:lnTo>
                </a:path>
                <a:path w="4486275" h="2560954">
                  <a:moveTo>
                    <a:pt x="1134090" y="0"/>
                  </a:moveTo>
                  <a:lnTo>
                    <a:pt x="44862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9150" y="6262687"/>
              <a:ext cx="4486275" cy="0"/>
            </a:xfrm>
            <a:custGeom>
              <a:avLst/>
              <a:gdLst/>
              <a:ahLst/>
              <a:cxnLst/>
              <a:rect l="l" t="t" r="r" b="b"/>
              <a:pathLst>
                <a:path w="4486275">
                  <a:moveTo>
                    <a:pt x="0" y="0"/>
                  </a:moveTo>
                  <a:lnTo>
                    <a:pt x="44862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4522" y="9743926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0.0bn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522" y="9231843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0.1bn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522" y="8719761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0.2bn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522" y="8207679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0.3bn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4522" y="7695596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0.4bn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4522" y="7183515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0.5bn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4522" y="6671433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0.6bn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4522" y="6159350"/>
            <a:ext cx="3524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0.7bn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90519" y="9867900"/>
            <a:ext cx="6248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Consumer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53146" y="9867900"/>
            <a:ext cx="2184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VIP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12747" y="9867900"/>
            <a:ext cx="6184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Corporate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28600" y="228600"/>
            <a:ext cx="18278475" cy="9613900"/>
            <a:chOff x="228600" y="228600"/>
            <a:chExt cx="18278475" cy="9613900"/>
          </a:xfrm>
        </p:grpSpPr>
        <p:sp>
          <p:nvSpPr>
            <p:cNvPr id="24" name="object 24"/>
            <p:cNvSpPr/>
            <p:nvPr/>
          </p:nvSpPr>
          <p:spPr>
            <a:xfrm>
              <a:off x="1362938" y="6633146"/>
              <a:ext cx="3309620" cy="3209925"/>
            </a:xfrm>
            <a:custGeom>
              <a:avLst/>
              <a:gdLst/>
              <a:ahLst/>
              <a:cxnLst/>
              <a:rect l="l" t="t" r="r" b="b"/>
              <a:pathLst>
                <a:path w="3309620" h="3209925">
                  <a:moveTo>
                    <a:pt x="590296" y="0"/>
                  </a:moveTo>
                  <a:lnTo>
                    <a:pt x="0" y="0"/>
                  </a:lnTo>
                  <a:lnTo>
                    <a:pt x="0" y="3209353"/>
                  </a:lnTo>
                  <a:lnTo>
                    <a:pt x="590296" y="3209353"/>
                  </a:lnTo>
                  <a:lnTo>
                    <a:pt x="590296" y="0"/>
                  </a:lnTo>
                  <a:close/>
                </a:path>
                <a:path w="3309620" h="3209925">
                  <a:moveTo>
                    <a:pt x="1949767" y="2296553"/>
                  </a:moveTo>
                  <a:lnTo>
                    <a:pt x="1359471" y="2296553"/>
                  </a:lnTo>
                  <a:lnTo>
                    <a:pt x="1359471" y="3209353"/>
                  </a:lnTo>
                  <a:lnTo>
                    <a:pt x="1949767" y="3209353"/>
                  </a:lnTo>
                  <a:lnTo>
                    <a:pt x="1949767" y="2296553"/>
                  </a:lnTo>
                  <a:close/>
                </a:path>
                <a:path w="3309620" h="3209925">
                  <a:moveTo>
                    <a:pt x="3309251" y="2297036"/>
                  </a:moveTo>
                  <a:lnTo>
                    <a:pt x="2718955" y="2297036"/>
                  </a:lnTo>
                  <a:lnTo>
                    <a:pt x="2718955" y="3209353"/>
                  </a:lnTo>
                  <a:lnTo>
                    <a:pt x="3309251" y="3209353"/>
                  </a:lnTo>
                  <a:lnTo>
                    <a:pt x="3309251" y="229703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228600"/>
              <a:ext cx="18278473" cy="51434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465308" y="6408141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0.63bn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24785" y="8704694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0.18bn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84262" y="8705170"/>
            <a:ext cx="3860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0.18bn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9534" y="314388"/>
            <a:ext cx="4756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Year</a:t>
            </a:r>
            <a:endParaRPr sz="2000">
              <a:latin typeface="Tahoma"/>
              <a:cs typeface="Tahoma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68299" y="753281"/>
          <a:ext cx="1007110" cy="20275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9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939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2019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2020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2021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2022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2023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2024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195" dirty="0">
                          <a:solidFill>
                            <a:srgbClr val="24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500" spc="-20" dirty="0">
                          <a:solidFill>
                            <a:srgbClr val="E66B37"/>
                          </a:solidFill>
                          <a:latin typeface="Segoe UI"/>
                          <a:cs typeface="Segoe UI"/>
                        </a:rPr>
                        <a:t>2025</a:t>
                      </a:r>
                      <a:endParaRPr sz="1500">
                        <a:latin typeface="Segoe UI"/>
                        <a:cs typeface="Segoe U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1816100" y="272044"/>
            <a:ext cx="5953760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723515">
              <a:lnSpc>
                <a:spcPct val="100000"/>
              </a:lnSpc>
              <a:spcBef>
                <a:spcPts val="430"/>
              </a:spcBef>
            </a:pP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Repeat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42424"/>
                </a:solidFill>
                <a:latin typeface="Tahoma"/>
                <a:cs typeface="Tahoma"/>
              </a:rPr>
              <a:t>vs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242424"/>
                </a:solidFill>
                <a:latin typeface="Tahoma"/>
                <a:cs typeface="Tahoma"/>
              </a:rPr>
              <a:t>One-</a:t>
            </a: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time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42424"/>
                </a:solidFill>
                <a:latin typeface="Tahoma"/>
                <a:cs typeface="Tahoma"/>
              </a:rPr>
              <a:t>Customers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Customer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Type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orders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Customer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Type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40612" y="4823564"/>
            <a:ext cx="97599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939.34M</a:t>
            </a:r>
            <a:r>
              <a:rPr sz="9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(95.55%)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75508" y="1237835"/>
            <a:ext cx="781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43.8M</a:t>
            </a: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(4.45%)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760074" y="272044"/>
            <a:ext cx="5535930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093595">
              <a:lnSpc>
                <a:spcPct val="100000"/>
              </a:lnSpc>
              <a:spcBef>
                <a:spcPts val="430"/>
              </a:spcBef>
            </a:pP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Customer</a:t>
            </a: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Concentration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Customer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Concentration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%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Customer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Group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1120436" y="1114425"/>
            <a:ext cx="7229475" cy="3841750"/>
            <a:chOff x="11120436" y="1114425"/>
            <a:chExt cx="7229475" cy="3841750"/>
          </a:xfrm>
        </p:grpSpPr>
        <p:sp>
          <p:nvSpPr>
            <p:cNvPr id="36" name="object 36"/>
            <p:cNvSpPr/>
            <p:nvPr/>
          </p:nvSpPr>
          <p:spPr>
            <a:xfrm>
              <a:off x="11125199" y="4951412"/>
              <a:ext cx="7219950" cy="0"/>
            </a:xfrm>
            <a:custGeom>
              <a:avLst/>
              <a:gdLst/>
              <a:ahLst/>
              <a:cxnLst/>
              <a:rect l="l" t="t" r="r" b="b"/>
              <a:pathLst>
                <a:path w="7219950">
                  <a:moveTo>
                    <a:pt x="0" y="0"/>
                  </a:moveTo>
                  <a:lnTo>
                    <a:pt x="72199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125199" y="1885632"/>
              <a:ext cx="7219950" cy="2299335"/>
            </a:xfrm>
            <a:custGeom>
              <a:avLst/>
              <a:gdLst/>
              <a:ahLst/>
              <a:cxnLst/>
              <a:rect l="l" t="t" r="r" b="b"/>
              <a:pathLst>
                <a:path w="7219950" h="2299335">
                  <a:moveTo>
                    <a:pt x="0" y="2299334"/>
                  </a:moveTo>
                  <a:lnTo>
                    <a:pt x="2350681" y="2299334"/>
                  </a:lnTo>
                </a:path>
                <a:path w="7219950" h="2299335">
                  <a:moveTo>
                    <a:pt x="3102759" y="2299334"/>
                  </a:moveTo>
                  <a:lnTo>
                    <a:pt x="4029739" y="2299334"/>
                  </a:lnTo>
                </a:path>
                <a:path w="7219950" h="2299335">
                  <a:moveTo>
                    <a:pt x="4781817" y="2299334"/>
                  </a:moveTo>
                  <a:lnTo>
                    <a:pt x="5708797" y="2299334"/>
                  </a:lnTo>
                </a:path>
                <a:path w="7219950" h="2299335">
                  <a:moveTo>
                    <a:pt x="6460874" y="2299334"/>
                  </a:moveTo>
                  <a:lnTo>
                    <a:pt x="7219949" y="2299334"/>
                  </a:lnTo>
                </a:path>
                <a:path w="7219950" h="2299335">
                  <a:moveTo>
                    <a:pt x="0" y="1532889"/>
                  </a:moveTo>
                  <a:lnTo>
                    <a:pt x="4029739" y="1532889"/>
                  </a:lnTo>
                </a:path>
                <a:path w="7219950" h="2299335">
                  <a:moveTo>
                    <a:pt x="4781817" y="1532889"/>
                  </a:moveTo>
                  <a:lnTo>
                    <a:pt x="5708797" y="1532889"/>
                  </a:lnTo>
                </a:path>
                <a:path w="7219950" h="2299335">
                  <a:moveTo>
                    <a:pt x="6460874" y="1532889"/>
                  </a:moveTo>
                  <a:lnTo>
                    <a:pt x="7219949" y="1532889"/>
                  </a:lnTo>
                </a:path>
                <a:path w="7219950" h="2299335">
                  <a:moveTo>
                    <a:pt x="0" y="766445"/>
                  </a:moveTo>
                  <a:lnTo>
                    <a:pt x="5708797" y="766445"/>
                  </a:lnTo>
                </a:path>
                <a:path w="7219950" h="2299335">
                  <a:moveTo>
                    <a:pt x="6460874" y="766445"/>
                  </a:moveTo>
                  <a:lnTo>
                    <a:pt x="7219949" y="766445"/>
                  </a:lnTo>
                </a:path>
                <a:path w="7219950" h="2299335">
                  <a:moveTo>
                    <a:pt x="0" y="0"/>
                  </a:moveTo>
                  <a:lnTo>
                    <a:pt x="5708797" y="0"/>
                  </a:lnTo>
                </a:path>
                <a:path w="7219950" h="2299335">
                  <a:moveTo>
                    <a:pt x="6460874" y="0"/>
                  </a:moveTo>
                  <a:lnTo>
                    <a:pt x="72199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125199" y="1119187"/>
              <a:ext cx="7219950" cy="0"/>
            </a:xfrm>
            <a:custGeom>
              <a:avLst/>
              <a:gdLst/>
              <a:ahLst/>
              <a:cxnLst/>
              <a:rect l="l" t="t" r="r" b="b"/>
              <a:pathLst>
                <a:path w="7219950">
                  <a:moveTo>
                    <a:pt x="0" y="0"/>
                  </a:moveTo>
                  <a:lnTo>
                    <a:pt x="72199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0836125" y="4848076"/>
            <a:ext cx="2070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764241" y="4081631"/>
            <a:ext cx="2787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782720" y="2804795"/>
            <a:ext cx="12598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78180">
              <a:lnSpc>
                <a:spcPct val="1548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Repeat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One-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time</a:t>
            </a:r>
            <a:endParaRPr sz="1050">
              <a:latin typeface="Segoe UI"/>
              <a:cs typeface="Segoe UI"/>
            </a:endParaRPr>
          </a:p>
          <a:p>
            <a:pPr marL="993775">
              <a:lnSpc>
                <a:spcPct val="100000"/>
              </a:lnSpc>
              <a:spcBef>
                <a:spcPts val="114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764241" y="2548741"/>
            <a:ext cx="2787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30%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764241" y="1782295"/>
            <a:ext cx="2787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764241" y="1015851"/>
            <a:ext cx="2787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50%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988384" y="4972050"/>
            <a:ext cx="4565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Top</a:t>
            </a:r>
            <a:r>
              <a:rPr sz="1050" spc="-5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667441" y="4972050"/>
            <a:ext cx="4565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Top</a:t>
            </a:r>
            <a:r>
              <a:rPr sz="1050" spc="-5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5%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310632" y="4972050"/>
            <a:ext cx="5283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Top</a:t>
            </a:r>
            <a:r>
              <a:rPr sz="1050" spc="-5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6989690" y="4972050"/>
            <a:ext cx="5283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Top</a:t>
            </a:r>
            <a:r>
              <a:rPr sz="1050" spc="-5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20%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467349" y="1404792"/>
            <a:ext cx="12118975" cy="8863330"/>
            <a:chOff x="5467349" y="1404792"/>
            <a:chExt cx="12118975" cy="8863330"/>
          </a:xfrm>
        </p:grpSpPr>
        <p:sp>
          <p:nvSpPr>
            <p:cNvPr id="50" name="object 50"/>
            <p:cNvSpPr/>
            <p:nvPr/>
          </p:nvSpPr>
          <p:spPr>
            <a:xfrm>
              <a:off x="11796814" y="1404797"/>
              <a:ext cx="5789295" cy="3542029"/>
            </a:xfrm>
            <a:custGeom>
              <a:avLst/>
              <a:gdLst/>
              <a:ahLst/>
              <a:cxnLst/>
              <a:rect l="l" t="t" r="r" b="b"/>
              <a:pathLst>
                <a:path w="5789294" h="3542029">
                  <a:moveTo>
                    <a:pt x="752081" y="3183826"/>
                  </a:moveTo>
                  <a:lnTo>
                    <a:pt x="0" y="3183826"/>
                  </a:lnTo>
                  <a:lnTo>
                    <a:pt x="0" y="3541852"/>
                  </a:lnTo>
                  <a:lnTo>
                    <a:pt x="752081" y="3541852"/>
                  </a:lnTo>
                  <a:lnTo>
                    <a:pt x="752081" y="3183826"/>
                  </a:lnTo>
                  <a:close/>
                </a:path>
                <a:path w="5789294" h="3542029">
                  <a:moveTo>
                    <a:pt x="2431135" y="2253678"/>
                  </a:moveTo>
                  <a:lnTo>
                    <a:pt x="1679054" y="2253678"/>
                  </a:lnTo>
                  <a:lnTo>
                    <a:pt x="1679054" y="3541852"/>
                  </a:lnTo>
                  <a:lnTo>
                    <a:pt x="2431135" y="3541852"/>
                  </a:lnTo>
                  <a:lnTo>
                    <a:pt x="2431135" y="2253678"/>
                  </a:lnTo>
                  <a:close/>
                </a:path>
                <a:path w="5789294" h="3542029">
                  <a:moveTo>
                    <a:pt x="4110202" y="1372133"/>
                  </a:moveTo>
                  <a:lnTo>
                    <a:pt x="3358121" y="1372133"/>
                  </a:lnTo>
                  <a:lnTo>
                    <a:pt x="3358121" y="3541852"/>
                  </a:lnTo>
                  <a:lnTo>
                    <a:pt x="4110202" y="3541852"/>
                  </a:lnTo>
                  <a:lnTo>
                    <a:pt x="4110202" y="1372133"/>
                  </a:lnTo>
                  <a:close/>
                </a:path>
                <a:path w="5789294" h="3542029">
                  <a:moveTo>
                    <a:pt x="5789257" y="0"/>
                  </a:moveTo>
                  <a:lnTo>
                    <a:pt x="5037175" y="0"/>
                  </a:lnTo>
                  <a:lnTo>
                    <a:pt x="5037175" y="3541852"/>
                  </a:lnTo>
                  <a:lnTo>
                    <a:pt x="5789257" y="3541852"/>
                  </a:lnTo>
                  <a:lnTo>
                    <a:pt x="5789257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472112" y="5376862"/>
              <a:ext cx="6477000" cy="4886325"/>
            </a:xfrm>
            <a:custGeom>
              <a:avLst/>
              <a:gdLst/>
              <a:ahLst/>
              <a:cxnLst/>
              <a:rect l="l" t="t" r="r" b="b"/>
              <a:pathLst>
                <a:path w="6477000" h="4886325">
                  <a:moveTo>
                    <a:pt x="6410252" y="4886324"/>
                  </a:moveTo>
                  <a:lnTo>
                    <a:pt x="66746" y="4886324"/>
                  </a:lnTo>
                  <a:lnTo>
                    <a:pt x="62101" y="4885867"/>
                  </a:lnTo>
                  <a:lnTo>
                    <a:pt x="24240" y="4868717"/>
                  </a:lnTo>
                  <a:lnTo>
                    <a:pt x="2287" y="4833424"/>
                  </a:lnTo>
                  <a:lnTo>
                    <a:pt x="0" y="4819577"/>
                  </a:lnTo>
                  <a:lnTo>
                    <a:pt x="0" y="4814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6410252" y="0"/>
                  </a:lnTo>
                  <a:lnTo>
                    <a:pt x="6449150" y="14645"/>
                  </a:lnTo>
                  <a:lnTo>
                    <a:pt x="6473355" y="48433"/>
                  </a:lnTo>
                  <a:lnTo>
                    <a:pt x="6476998" y="66746"/>
                  </a:lnTo>
                  <a:lnTo>
                    <a:pt x="6476998" y="4819577"/>
                  </a:lnTo>
                  <a:lnTo>
                    <a:pt x="6462353" y="4858475"/>
                  </a:lnTo>
                  <a:lnTo>
                    <a:pt x="6428565" y="4882681"/>
                  </a:lnTo>
                  <a:lnTo>
                    <a:pt x="6414898" y="4885867"/>
                  </a:lnTo>
                  <a:lnTo>
                    <a:pt x="6410252" y="4886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472112" y="5376862"/>
              <a:ext cx="6477000" cy="4886325"/>
            </a:xfrm>
            <a:custGeom>
              <a:avLst/>
              <a:gdLst/>
              <a:ahLst/>
              <a:cxnLst/>
              <a:rect l="l" t="t" r="r" b="b"/>
              <a:pathLst>
                <a:path w="6477000" h="4886325">
                  <a:moveTo>
                    <a:pt x="0" y="481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405561" y="0"/>
                  </a:lnTo>
                  <a:lnTo>
                    <a:pt x="6410252" y="0"/>
                  </a:lnTo>
                  <a:lnTo>
                    <a:pt x="6414898" y="457"/>
                  </a:lnTo>
                  <a:lnTo>
                    <a:pt x="6419498" y="1372"/>
                  </a:lnTo>
                  <a:lnTo>
                    <a:pt x="6424098" y="2287"/>
                  </a:lnTo>
                  <a:lnTo>
                    <a:pt x="6456075" y="20923"/>
                  </a:lnTo>
                  <a:lnTo>
                    <a:pt x="6459392" y="24240"/>
                  </a:lnTo>
                  <a:lnTo>
                    <a:pt x="6462353" y="27848"/>
                  </a:lnTo>
                  <a:lnTo>
                    <a:pt x="6464958" y="31748"/>
                  </a:lnTo>
                  <a:lnTo>
                    <a:pt x="6467565" y="35649"/>
                  </a:lnTo>
                  <a:lnTo>
                    <a:pt x="6476999" y="71437"/>
                  </a:lnTo>
                  <a:lnTo>
                    <a:pt x="6476999" y="4814887"/>
                  </a:lnTo>
                  <a:lnTo>
                    <a:pt x="6464958" y="4854575"/>
                  </a:lnTo>
                  <a:lnTo>
                    <a:pt x="6462353" y="4858475"/>
                  </a:lnTo>
                  <a:lnTo>
                    <a:pt x="6459392" y="4862084"/>
                  </a:lnTo>
                  <a:lnTo>
                    <a:pt x="6456075" y="4865400"/>
                  </a:lnTo>
                  <a:lnTo>
                    <a:pt x="6452759" y="4868717"/>
                  </a:lnTo>
                  <a:lnTo>
                    <a:pt x="6449150" y="4871678"/>
                  </a:lnTo>
                  <a:lnTo>
                    <a:pt x="6445250" y="4874284"/>
                  </a:lnTo>
                  <a:lnTo>
                    <a:pt x="6441349" y="4876890"/>
                  </a:lnTo>
                  <a:lnTo>
                    <a:pt x="6419498" y="4884952"/>
                  </a:lnTo>
                  <a:lnTo>
                    <a:pt x="6414898" y="4885867"/>
                  </a:lnTo>
                  <a:lnTo>
                    <a:pt x="6410252" y="4886324"/>
                  </a:lnTo>
                  <a:lnTo>
                    <a:pt x="6405561" y="4886324"/>
                  </a:lnTo>
                  <a:lnTo>
                    <a:pt x="71437" y="4886324"/>
                  </a:lnTo>
                  <a:lnTo>
                    <a:pt x="66746" y="4886324"/>
                  </a:lnTo>
                  <a:lnTo>
                    <a:pt x="62101" y="4885867"/>
                  </a:lnTo>
                  <a:lnTo>
                    <a:pt x="31748" y="4874284"/>
                  </a:lnTo>
                  <a:lnTo>
                    <a:pt x="27848" y="4871678"/>
                  </a:lnTo>
                  <a:lnTo>
                    <a:pt x="24240" y="4868717"/>
                  </a:lnTo>
                  <a:lnTo>
                    <a:pt x="20923" y="4865400"/>
                  </a:lnTo>
                  <a:lnTo>
                    <a:pt x="17606" y="4862084"/>
                  </a:lnTo>
                  <a:lnTo>
                    <a:pt x="14645" y="4858475"/>
                  </a:lnTo>
                  <a:lnTo>
                    <a:pt x="12039" y="4854575"/>
                  </a:lnTo>
                  <a:lnTo>
                    <a:pt x="9433" y="4850675"/>
                  </a:lnTo>
                  <a:lnTo>
                    <a:pt x="1372" y="4828823"/>
                  </a:lnTo>
                  <a:lnTo>
                    <a:pt x="457" y="4824222"/>
                  </a:lnTo>
                  <a:lnTo>
                    <a:pt x="0" y="4819577"/>
                  </a:lnTo>
                  <a:lnTo>
                    <a:pt x="0" y="481488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2000321" y="4363614"/>
            <a:ext cx="3454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4.67%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646934" y="3433460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16.81%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325991" y="2551917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28.31%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7005050" y="1179788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46.21%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616574" y="5415544"/>
            <a:ext cx="6190615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430"/>
              </a:spcBef>
            </a:pP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Customer</a:t>
            </a: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42424"/>
                </a:solidFill>
                <a:latin typeface="Tahoma"/>
                <a:cs typeface="Tahoma"/>
              </a:rPr>
              <a:t>Lifetime</a:t>
            </a: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42424"/>
                </a:solidFill>
                <a:latin typeface="Tahoma"/>
                <a:cs typeface="Tahoma"/>
              </a:rPr>
              <a:t>Analysis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revenue,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order_count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Count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customer_unique_id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Lifetime…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872162" y="6257924"/>
            <a:ext cx="5924550" cy="3594100"/>
            <a:chOff x="5872162" y="6257924"/>
            <a:chExt cx="5924550" cy="3594100"/>
          </a:xfrm>
        </p:grpSpPr>
        <p:sp>
          <p:nvSpPr>
            <p:cNvPr id="59" name="object 59"/>
            <p:cNvSpPr/>
            <p:nvPr/>
          </p:nvSpPr>
          <p:spPr>
            <a:xfrm>
              <a:off x="5876924" y="9847262"/>
              <a:ext cx="5915025" cy="0"/>
            </a:xfrm>
            <a:custGeom>
              <a:avLst/>
              <a:gdLst/>
              <a:ahLst/>
              <a:cxnLst/>
              <a:rect l="l" t="t" r="r" b="b"/>
              <a:pathLst>
                <a:path w="5915025">
                  <a:moveTo>
                    <a:pt x="0" y="0"/>
                  </a:moveTo>
                  <a:lnTo>
                    <a:pt x="59150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876924" y="6979601"/>
              <a:ext cx="5915025" cy="2150745"/>
            </a:xfrm>
            <a:custGeom>
              <a:avLst/>
              <a:gdLst/>
              <a:ahLst/>
              <a:cxnLst/>
              <a:rect l="l" t="t" r="r" b="b"/>
              <a:pathLst>
                <a:path w="5915025" h="2150745">
                  <a:moveTo>
                    <a:pt x="0" y="2150744"/>
                  </a:moveTo>
                  <a:lnTo>
                    <a:pt x="446416" y="2150744"/>
                  </a:lnTo>
                </a:path>
                <a:path w="5915025" h="2150745">
                  <a:moveTo>
                    <a:pt x="956332" y="2150744"/>
                  </a:moveTo>
                  <a:lnTo>
                    <a:pt x="1562459" y="2150744"/>
                  </a:lnTo>
                </a:path>
                <a:path w="5915025" h="2150745">
                  <a:moveTo>
                    <a:pt x="2072375" y="2150744"/>
                  </a:moveTo>
                  <a:lnTo>
                    <a:pt x="2678501" y="2150744"/>
                  </a:lnTo>
                </a:path>
                <a:path w="5915025" h="2150745">
                  <a:moveTo>
                    <a:pt x="3188417" y="2150744"/>
                  </a:moveTo>
                  <a:lnTo>
                    <a:pt x="3794543" y="2150744"/>
                  </a:lnTo>
                </a:path>
                <a:path w="5915025" h="2150745">
                  <a:moveTo>
                    <a:pt x="4304459" y="2150744"/>
                  </a:moveTo>
                  <a:lnTo>
                    <a:pt x="4910586" y="2150744"/>
                  </a:lnTo>
                </a:path>
                <a:path w="5915025" h="2150745">
                  <a:moveTo>
                    <a:pt x="5420502" y="2150744"/>
                  </a:moveTo>
                  <a:lnTo>
                    <a:pt x="5915024" y="2150744"/>
                  </a:lnTo>
                </a:path>
                <a:path w="5915025" h="2150745">
                  <a:moveTo>
                    <a:pt x="0" y="1433830"/>
                  </a:moveTo>
                  <a:lnTo>
                    <a:pt x="1562459" y="1433830"/>
                  </a:lnTo>
                </a:path>
                <a:path w="5915025" h="2150745">
                  <a:moveTo>
                    <a:pt x="2072375" y="1433830"/>
                  </a:moveTo>
                  <a:lnTo>
                    <a:pt x="2678501" y="1433830"/>
                  </a:lnTo>
                </a:path>
                <a:path w="5915025" h="2150745">
                  <a:moveTo>
                    <a:pt x="3188417" y="1433830"/>
                  </a:moveTo>
                  <a:lnTo>
                    <a:pt x="3794543" y="1433830"/>
                  </a:lnTo>
                </a:path>
                <a:path w="5915025" h="2150745">
                  <a:moveTo>
                    <a:pt x="4304459" y="1433830"/>
                  </a:moveTo>
                  <a:lnTo>
                    <a:pt x="4910586" y="1433830"/>
                  </a:lnTo>
                </a:path>
                <a:path w="5915025" h="2150745">
                  <a:moveTo>
                    <a:pt x="5420502" y="1433830"/>
                  </a:moveTo>
                  <a:lnTo>
                    <a:pt x="5915024" y="1433830"/>
                  </a:lnTo>
                </a:path>
                <a:path w="5915025" h="2150745">
                  <a:moveTo>
                    <a:pt x="0" y="716914"/>
                  </a:moveTo>
                  <a:lnTo>
                    <a:pt x="2678501" y="716914"/>
                  </a:lnTo>
                </a:path>
                <a:path w="5915025" h="2150745">
                  <a:moveTo>
                    <a:pt x="3188417" y="716914"/>
                  </a:moveTo>
                  <a:lnTo>
                    <a:pt x="3794543" y="716914"/>
                  </a:lnTo>
                </a:path>
                <a:path w="5915025" h="2150745">
                  <a:moveTo>
                    <a:pt x="4304459" y="716914"/>
                  </a:moveTo>
                  <a:lnTo>
                    <a:pt x="4910586" y="716914"/>
                  </a:lnTo>
                </a:path>
                <a:path w="5915025" h="2150745">
                  <a:moveTo>
                    <a:pt x="5420502" y="716914"/>
                  </a:moveTo>
                  <a:lnTo>
                    <a:pt x="5915024" y="716914"/>
                  </a:lnTo>
                </a:path>
                <a:path w="5915025" h="2150745">
                  <a:moveTo>
                    <a:pt x="0" y="0"/>
                  </a:moveTo>
                  <a:lnTo>
                    <a:pt x="4910586" y="0"/>
                  </a:lnTo>
                </a:path>
                <a:path w="5915025" h="2150745">
                  <a:moveTo>
                    <a:pt x="5420502" y="0"/>
                  </a:moveTo>
                  <a:lnTo>
                    <a:pt x="59150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876924" y="6262687"/>
              <a:ext cx="5915025" cy="0"/>
            </a:xfrm>
            <a:custGeom>
              <a:avLst/>
              <a:gdLst/>
              <a:ahLst/>
              <a:cxnLst/>
              <a:rect l="l" t="t" r="r" b="b"/>
              <a:pathLst>
                <a:path w="5915025">
                  <a:moveTo>
                    <a:pt x="0" y="0"/>
                  </a:moveTo>
                  <a:lnTo>
                    <a:pt x="59150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619700" y="9743926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619700" y="9027011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619700" y="8310095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619700" y="7593180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3K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619700" y="6876266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619700" y="6159350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5K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303158" y="9867900"/>
            <a:ext cx="5988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0-90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days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347315" y="9867900"/>
            <a:ext cx="7423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91-365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days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552358" y="9867900"/>
            <a:ext cx="564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1-2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years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668401" y="9867900"/>
            <a:ext cx="564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2-3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years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801409" y="9867900"/>
            <a:ext cx="5302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3+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years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6323341" y="5372100"/>
            <a:ext cx="12198350" cy="4895850"/>
            <a:chOff x="6323341" y="5372100"/>
            <a:chExt cx="12198350" cy="4895850"/>
          </a:xfrm>
        </p:grpSpPr>
        <p:sp>
          <p:nvSpPr>
            <p:cNvPr id="74" name="object 74"/>
            <p:cNvSpPr/>
            <p:nvPr/>
          </p:nvSpPr>
          <p:spPr>
            <a:xfrm>
              <a:off x="6323330" y="6516128"/>
              <a:ext cx="4974590" cy="3326765"/>
            </a:xfrm>
            <a:custGeom>
              <a:avLst/>
              <a:gdLst/>
              <a:ahLst/>
              <a:cxnLst/>
              <a:rect l="l" t="t" r="r" b="b"/>
              <a:pathLst>
                <a:path w="4974590" h="3326765">
                  <a:moveTo>
                    <a:pt x="509917" y="2532570"/>
                  </a:moveTo>
                  <a:lnTo>
                    <a:pt x="0" y="2532570"/>
                  </a:lnTo>
                  <a:lnTo>
                    <a:pt x="0" y="3326371"/>
                  </a:lnTo>
                  <a:lnTo>
                    <a:pt x="509917" y="3326371"/>
                  </a:lnTo>
                  <a:lnTo>
                    <a:pt x="509917" y="2532570"/>
                  </a:lnTo>
                  <a:close/>
                </a:path>
                <a:path w="4974590" h="3326765">
                  <a:moveTo>
                    <a:pt x="1625968" y="1621688"/>
                  </a:moveTo>
                  <a:lnTo>
                    <a:pt x="1116050" y="1621688"/>
                  </a:lnTo>
                  <a:lnTo>
                    <a:pt x="1116050" y="3326371"/>
                  </a:lnTo>
                  <a:lnTo>
                    <a:pt x="1625968" y="3326371"/>
                  </a:lnTo>
                  <a:lnTo>
                    <a:pt x="1625968" y="1621688"/>
                  </a:lnTo>
                  <a:close/>
                </a:path>
                <a:path w="4974590" h="3326765">
                  <a:moveTo>
                    <a:pt x="2742006" y="1174623"/>
                  </a:moveTo>
                  <a:lnTo>
                    <a:pt x="2232088" y="1174623"/>
                  </a:lnTo>
                  <a:lnTo>
                    <a:pt x="2232088" y="3326371"/>
                  </a:lnTo>
                  <a:lnTo>
                    <a:pt x="2742006" y="3326371"/>
                  </a:lnTo>
                  <a:lnTo>
                    <a:pt x="2742006" y="1174623"/>
                  </a:lnTo>
                  <a:close/>
                </a:path>
                <a:path w="4974590" h="3326765">
                  <a:moveTo>
                    <a:pt x="3858044" y="733704"/>
                  </a:moveTo>
                  <a:lnTo>
                    <a:pt x="3348126" y="733704"/>
                  </a:lnTo>
                  <a:lnTo>
                    <a:pt x="3348126" y="3326371"/>
                  </a:lnTo>
                  <a:lnTo>
                    <a:pt x="3858044" y="3326371"/>
                  </a:lnTo>
                  <a:lnTo>
                    <a:pt x="3858044" y="733704"/>
                  </a:lnTo>
                  <a:close/>
                </a:path>
                <a:path w="4974590" h="3326765">
                  <a:moveTo>
                    <a:pt x="4974094" y="0"/>
                  </a:moveTo>
                  <a:lnTo>
                    <a:pt x="4464177" y="0"/>
                  </a:lnTo>
                  <a:lnTo>
                    <a:pt x="4464177" y="3326371"/>
                  </a:lnTo>
                  <a:lnTo>
                    <a:pt x="4974094" y="3326371"/>
                  </a:lnTo>
                  <a:lnTo>
                    <a:pt x="4974094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1958637" y="5376862"/>
              <a:ext cx="6558280" cy="4886325"/>
            </a:xfrm>
            <a:custGeom>
              <a:avLst/>
              <a:gdLst/>
              <a:ahLst/>
              <a:cxnLst/>
              <a:rect l="l" t="t" r="r" b="b"/>
              <a:pathLst>
                <a:path w="6558280" h="4886325">
                  <a:moveTo>
                    <a:pt x="6505502" y="4886324"/>
                  </a:moveTo>
                  <a:lnTo>
                    <a:pt x="66746" y="4886324"/>
                  </a:lnTo>
                  <a:lnTo>
                    <a:pt x="62101" y="4885866"/>
                  </a:lnTo>
                  <a:lnTo>
                    <a:pt x="24240" y="4868717"/>
                  </a:lnTo>
                  <a:lnTo>
                    <a:pt x="2287" y="4833423"/>
                  </a:lnTo>
                  <a:lnTo>
                    <a:pt x="0" y="481957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6505502" y="0"/>
                  </a:lnTo>
                  <a:lnTo>
                    <a:pt x="6544399" y="14645"/>
                  </a:lnTo>
                  <a:lnTo>
                    <a:pt x="6557962" y="28386"/>
                  </a:lnTo>
                  <a:lnTo>
                    <a:pt x="6557962" y="4857937"/>
                  </a:lnTo>
                  <a:lnTo>
                    <a:pt x="6523815" y="4882681"/>
                  </a:lnTo>
                  <a:lnTo>
                    <a:pt x="6505502" y="4886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1958637" y="5376862"/>
              <a:ext cx="6558280" cy="4886325"/>
            </a:xfrm>
            <a:custGeom>
              <a:avLst/>
              <a:gdLst/>
              <a:ahLst/>
              <a:cxnLst/>
              <a:rect l="l" t="t" r="r" b="b"/>
              <a:pathLst>
                <a:path w="6558280" h="4886325">
                  <a:moveTo>
                    <a:pt x="6557962" y="4857937"/>
                  </a:moveTo>
                  <a:lnTo>
                    <a:pt x="6557602" y="4858475"/>
                  </a:lnTo>
                  <a:lnTo>
                    <a:pt x="6554641" y="4862084"/>
                  </a:lnTo>
                  <a:lnTo>
                    <a:pt x="6551324" y="4865400"/>
                  </a:lnTo>
                  <a:lnTo>
                    <a:pt x="6548008" y="4868717"/>
                  </a:lnTo>
                  <a:lnTo>
                    <a:pt x="6544399" y="4871678"/>
                  </a:lnTo>
                  <a:lnTo>
                    <a:pt x="6540499" y="4874284"/>
                  </a:lnTo>
                  <a:lnTo>
                    <a:pt x="6536599" y="4876890"/>
                  </a:lnTo>
                  <a:lnTo>
                    <a:pt x="6514747" y="4884951"/>
                  </a:lnTo>
                  <a:lnTo>
                    <a:pt x="6510147" y="4885866"/>
                  </a:lnTo>
                  <a:lnTo>
                    <a:pt x="6505502" y="4886324"/>
                  </a:lnTo>
                  <a:lnTo>
                    <a:pt x="6500811" y="4886324"/>
                  </a:lnTo>
                  <a:lnTo>
                    <a:pt x="71437" y="4886324"/>
                  </a:lnTo>
                  <a:lnTo>
                    <a:pt x="66746" y="4886324"/>
                  </a:lnTo>
                  <a:lnTo>
                    <a:pt x="62101" y="4885866"/>
                  </a:lnTo>
                  <a:lnTo>
                    <a:pt x="31748" y="4874284"/>
                  </a:lnTo>
                  <a:lnTo>
                    <a:pt x="27848" y="4871678"/>
                  </a:lnTo>
                  <a:lnTo>
                    <a:pt x="24240" y="4868717"/>
                  </a:lnTo>
                  <a:lnTo>
                    <a:pt x="20923" y="4865400"/>
                  </a:lnTo>
                  <a:lnTo>
                    <a:pt x="17606" y="4862084"/>
                  </a:lnTo>
                  <a:lnTo>
                    <a:pt x="14645" y="4858475"/>
                  </a:lnTo>
                  <a:lnTo>
                    <a:pt x="12039" y="4854575"/>
                  </a:lnTo>
                  <a:lnTo>
                    <a:pt x="9433" y="4850675"/>
                  </a:lnTo>
                  <a:lnTo>
                    <a:pt x="1372" y="4828823"/>
                  </a:lnTo>
                  <a:lnTo>
                    <a:pt x="457" y="4824222"/>
                  </a:lnTo>
                  <a:lnTo>
                    <a:pt x="0" y="4819577"/>
                  </a:lnTo>
                  <a:lnTo>
                    <a:pt x="0" y="4814886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500811" y="0"/>
                  </a:lnTo>
                  <a:lnTo>
                    <a:pt x="6505502" y="0"/>
                  </a:lnTo>
                  <a:lnTo>
                    <a:pt x="6510147" y="457"/>
                  </a:lnTo>
                  <a:lnTo>
                    <a:pt x="6514747" y="1372"/>
                  </a:lnTo>
                  <a:lnTo>
                    <a:pt x="6519348" y="2287"/>
                  </a:lnTo>
                  <a:lnTo>
                    <a:pt x="6551324" y="20923"/>
                  </a:lnTo>
                  <a:lnTo>
                    <a:pt x="6554641" y="24240"/>
                  </a:lnTo>
                  <a:lnTo>
                    <a:pt x="6557602" y="27848"/>
                  </a:lnTo>
                  <a:lnTo>
                    <a:pt x="6557962" y="28386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2477749" y="9390062"/>
              <a:ext cx="5895975" cy="0"/>
            </a:xfrm>
            <a:custGeom>
              <a:avLst/>
              <a:gdLst/>
              <a:ahLst/>
              <a:cxnLst/>
              <a:rect l="l" t="t" r="r" b="b"/>
              <a:pathLst>
                <a:path w="5895975">
                  <a:moveTo>
                    <a:pt x="0" y="0"/>
                  </a:moveTo>
                  <a:lnTo>
                    <a:pt x="5895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6452639" y="8823689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1.1K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568681" y="7912802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2.4K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684724" y="7465741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3.0K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800766" y="7024826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3.6K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916809" y="6291113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2178108" y="9286726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0M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12472986" y="6257924"/>
            <a:ext cx="5905500" cy="2690495"/>
            <a:chOff x="12472986" y="6257924"/>
            <a:chExt cx="5905500" cy="2690495"/>
          </a:xfrm>
        </p:grpSpPr>
        <p:sp>
          <p:nvSpPr>
            <p:cNvPr id="85" name="object 85"/>
            <p:cNvSpPr/>
            <p:nvPr/>
          </p:nvSpPr>
          <p:spPr>
            <a:xfrm>
              <a:off x="12477749" y="8943294"/>
              <a:ext cx="5895975" cy="0"/>
            </a:xfrm>
            <a:custGeom>
              <a:avLst/>
              <a:gdLst/>
              <a:ahLst/>
              <a:cxnLst/>
              <a:rect l="l" t="t" r="r" b="b"/>
              <a:pathLst>
                <a:path w="5895975">
                  <a:moveTo>
                    <a:pt x="0" y="0"/>
                  </a:moveTo>
                  <a:lnTo>
                    <a:pt x="5895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2477749" y="8496526"/>
              <a:ext cx="5895975" cy="0"/>
            </a:xfrm>
            <a:custGeom>
              <a:avLst/>
              <a:gdLst/>
              <a:ahLst/>
              <a:cxnLst/>
              <a:rect l="l" t="t" r="r" b="b"/>
              <a:pathLst>
                <a:path w="5895975">
                  <a:moveTo>
                    <a:pt x="0" y="0"/>
                  </a:moveTo>
                  <a:lnTo>
                    <a:pt x="5895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2477749" y="8049758"/>
              <a:ext cx="5895975" cy="0"/>
            </a:xfrm>
            <a:custGeom>
              <a:avLst/>
              <a:gdLst/>
              <a:ahLst/>
              <a:cxnLst/>
              <a:rect l="l" t="t" r="r" b="b"/>
              <a:pathLst>
                <a:path w="5895975">
                  <a:moveTo>
                    <a:pt x="0" y="0"/>
                  </a:moveTo>
                  <a:lnTo>
                    <a:pt x="5895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2477749" y="7602990"/>
              <a:ext cx="5895975" cy="0"/>
            </a:xfrm>
            <a:custGeom>
              <a:avLst/>
              <a:gdLst/>
              <a:ahLst/>
              <a:cxnLst/>
              <a:rect l="l" t="t" r="r" b="b"/>
              <a:pathLst>
                <a:path w="5895975">
                  <a:moveTo>
                    <a:pt x="0" y="0"/>
                  </a:moveTo>
                  <a:lnTo>
                    <a:pt x="5895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2477749" y="7156222"/>
              <a:ext cx="5895975" cy="0"/>
            </a:xfrm>
            <a:custGeom>
              <a:avLst/>
              <a:gdLst/>
              <a:ahLst/>
              <a:cxnLst/>
              <a:rect l="l" t="t" r="r" b="b"/>
              <a:pathLst>
                <a:path w="5895975">
                  <a:moveTo>
                    <a:pt x="0" y="0"/>
                  </a:moveTo>
                  <a:lnTo>
                    <a:pt x="5895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2477749" y="6709454"/>
              <a:ext cx="5895975" cy="0"/>
            </a:xfrm>
            <a:custGeom>
              <a:avLst/>
              <a:gdLst/>
              <a:ahLst/>
              <a:cxnLst/>
              <a:rect l="l" t="t" r="r" b="b"/>
              <a:pathLst>
                <a:path w="5895975">
                  <a:moveTo>
                    <a:pt x="0" y="0"/>
                  </a:moveTo>
                  <a:lnTo>
                    <a:pt x="5895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2477749" y="6262687"/>
              <a:ext cx="5895975" cy="0"/>
            </a:xfrm>
            <a:custGeom>
              <a:avLst/>
              <a:gdLst/>
              <a:ahLst/>
              <a:cxnLst/>
              <a:rect l="l" t="t" r="r" b="b"/>
              <a:pathLst>
                <a:path w="5895975">
                  <a:moveTo>
                    <a:pt x="0" y="0"/>
                  </a:moveTo>
                  <a:lnTo>
                    <a:pt x="5895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12106224" y="8839958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2106224" y="8393190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2106224" y="7946422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30M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2106224" y="7499654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2106224" y="7052886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50M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2106224" y="6606119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60M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2103099" y="5415544"/>
            <a:ext cx="4892040" cy="92964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423035">
              <a:lnSpc>
                <a:spcPct val="100000"/>
              </a:lnSpc>
              <a:spcBef>
                <a:spcPts val="430"/>
              </a:spcBef>
            </a:pP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Monthly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Customer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Trend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revenue,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orders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 aov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Month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Year</a:t>
            </a:r>
            <a:endParaRPr sz="1200">
              <a:latin typeface="Segoe UI"/>
              <a:cs typeface="Segoe UI"/>
            </a:endParaRPr>
          </a:p>
          <a:p>
            <a:pPr marL="15240">
              <a:lnSpc>
                <a:spcPct val="100000"/>
              </a:lnSpc>
              <a:spcBef>
                <a:spcPts val="1485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70M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522026" y="9432976"/>
            <a:ext cx="5790565" cy="510540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2631892" y="6528674"/>
            <a:ext cx="5588000" cy="2355850"/>
          </a:xfrm>
          <a:custGeom>
            <a:avLst/>
            <a:gdLst/>
            <a:ahLst/>
            <a:cxnLst/>
            <a:rect l="l" t="t" r="r" b="b"/>
            <a:pathLst>
              <a:path w="5588000" h="2355850">
                <a:moveTo>
                  <a:pt x="0" y="0"/>
                </a:moveTo>
                <a:lnTo>
                  <a:pt x="38535" y="15095"/>
                </a:lnTo>
                <a:lnTo>
                  <a:pt x="77071" y="33675"/>
                </a:lnTo>
                <a:lnTo>
                  <a:pt x="115607" y="59222"/>
                </a:lnTo>
                <a:lnTo>
                  <a:pt x="154143" y="95220"/>
                </a:lnTo>
                <a:lnTo>
                  <a:pt x="192678" y="145152"/>
                </a:lnTo>
                <a:lnTo>
                  <a:pt x="227711" y="220910"/>
                </a:lnTo>
                <a:lnTo>
                  <a:pt x="245227" y="271805"/>
                </a:lnTo>
                <a:lnTo>
                  <a:pt x="262743" y="327631"/>
                </a:lnTo>
                <a:lnTo>
                  <a:pt x="280260" y="385578"/>
                </a:lnTo>
                <a:lnTo>
                  <a:pt x="297776" y="442834"/>
                </a:lnTo>
                <a:lnTo>
                  <a:pt x="315292" y="496592"/>
                </a:lnTo>
                <a:lnTo>
                  <a:pt x="332809" y="544039"/>
                </a:lnTo>
                <a:lnTo>
                  <a:pt x="350325" y="582367"/>
                </a:lnTo>
                <a:lnTo>
                  <a:pt x="385357" y="620423"/>
                </a:lnTo>
                <a:lnTo>
                  <a:pt x="433527" y="626759"/>
                </a:lnTo>
                <a:lnTo>
                  <a:pt x="481697" y="629639"/>
                </a:lnTo>
                <a:lnTo>
                  <a:pt x="529866" y="632519"/>
                </a:lnTo>
                <a:lnTo>
                  <a:pt x="578036" y="638855"/>
                </a:lnTo>
                <a:lnTo>
                  <a:pt x="610149" y="675782"/>
                </a:lnTo>
                <a:lnTo>
                  <a:pt x="626206" y="713305"/>
                </a:lnTo>
                <a:lnTo>
                  <a:pt x="642262" y="759955"/>
                </a:lnTo>
                <a:lnTo>
                  <a:pt x="658319" y="813044"/>
                </a:lnTo>
                <a:lnTo>
                  <a:pt x="674376" y="869889"/>
                </a:lnTo>
                <a:lnTo>
                  <a:pt x="690432" y="927804"/>
                </a:lnTo>
                <a:lnTo>
                  <a:pt x="706489" y="984104"/>
                </a:lnTo>
                <a:lnTo>
                  <a:pt x="722545" y="1036102"/>
                </a:lnTo>
                <a:lnTo>
                  <a:pt x="738602" y="1081115"/>
                </a:lnTo>
                <a:lnTo>
                  <a:pt x="754659" y="1116456"/>
                </a:lnTo>
                <a:lnTo>
                  <a:pt x="809251" y="1167699"/>
                </a:lnTo>
                <a:lnTo>
                  <a:pt x="847787" y="1182209"/>
                </a:lnTo>
                <a:lnTo>
                  <a:pt x="886322" y="1192138"/>
                </a:lnTo>
                <a:lnTo>
                  <a:pt x="924858" y="1206649"/>
                </a:lnTo>
                <a:lnTo>
                  <a:pt x="963394" y="1234907"/>
                </a:lnTo>
                <a:lnTo>
                  <a:pt x="995507" y="1293533"/>
                </a:lnTo>
                <a:lnTo>
                  <a:pt x="1011564" y="1338824"/>
                </a:lnTo>
                <a:lnTo>
                  <a:pt x="1027620" y="1391097"/>
                </a:lnTo>
                <a:lnTo>
                  <a:pt x="1043677" y="1447603"/>
                </a:lnTo>
                <a:lnTo>
                  <a:pt x="1059733" y="1505590"/>
                </a:lnTo>
                <a:lnTo>
                  <a:pt x="1075790" y="1562307"/>
                </a:lnTo>
                <a:lnTo>
                  <a:pt x="1091847" y="1615004"/>
                </a:lnTo>
                <a:lnTo>
                  <a:pt x="1107903" y="1660928"/>
                </a:lnTo>
                <a:lnTo>
                  <a:pt x="1123960" y="1697330"/>
                </a:lnTo>
                <a:lnTo>
                  <a:pt x="1156073" y="1730562"/>
                </a:lnTo>
                <a:lnTo>
                  <a:pt x="1204243" y="1732160"/>
                </a:lnTo>
                <a:lnTo>
                  <a:pt x="1252412" y="1733139"/>
                </a:lnTo>
                <a:lnTo>
                  <a:pt x="1300582" y="1733840"/>
                </a:lnTo>
                <a:lnTo>
                  <a:pt x="1348752" y="1734604"/>
                </a:lnTo>
                <a:lnTo>
                  <a:pt x="1396922" y="1735318"/>
                </a:lnTo>
                <a:lnTo>
                  <a:pt x="1445091" y="1735866"/>
                </a:lnTo>
                <a:lnTo>
                  <a:pt x="1493261" y="1736592"/>
                </a:lnTo>
                <a:lnTo>
                  <a:pt x="1541431" y="1737835"/>
                </a:lnTo>
                <a:lnTo>
                  <a:pt x="1589601" y="1741724"/>
                </a:lnTo>
                <a:lnTo>
                  <a:pt x="1637770" y="1750566"/>
                </a:lnTo>
                <a:lnTo>
                  <a:pt x="1685940" y="1764966"/>
                </a:lnTo>
                <a:lnTo>
                  <a:pt x="1734110" y="1785529"/>
                </a:lnTo>
                <a:lnTo>
                  <a:pt x="1766223" y="1808270"/>
                </a:lnTo>
                <a:lnTo>
                  <a:pt x="1798336" y="1841391"/>
                </a:lnTo>
                <a:lnTo>
                  <a:pt x="1830449" y="1879929"/>
                </a:lnTo>
                <a:lnTo>
                  <a:pt x="1862562" y="1918926"/>
                </a:lnTo>
                <a:lnTo>
                  <a:pt x="1894675" y="1953421"/>
                </a:lnTo>
                <a:lnTo>
                  <a:pt x="1926788" y="1978453"/>
                </a:lnTo>
                <a:lnTo>
                  <a:pt x="1974958" y="2002640"/>
                </a:lnTo>
                <a:lnTo>
                  <a:pt x="2023128" y="2019643"/>
                </a:lnTo>
                <a:lnTo>
                  <a:pt x="2071298" y="2030036"/>
                </a:lnTo>
                <a:lnTo>
                  <a:pt x="2119467" y="2034394"/>
                </a:lnTo>
                <a:lnTo>
                  <a:pt x="2167637" y="2035447"/>
                </a:lnTo>
                <a:lnTo>
                  <a:pt x="2215807" y="2035925"/>
                </a:lnTo>
                <a:lnTo>
                  <a:pt x="2263977" y="2036404"/>
                </a:lnTo>
                <a:lnTo>
                  <a:pt x="2312146" y="2037456"/>
                </a:lnTo>
                <a:lnTo>
                  <a:pt x="2350682" y="2049041"/>
                </a:lnTo>
                <a:lnTo>
                  <a:pt x="2389218" y="2075689"/>
                </a:lnTo>
                <a:lnTo>
                  <a:pt x="2427754" y="2108916"/>
                </a:lnTo>
                <a:lnTo>
                  <a:pt x="2466289" y="2140238"/>
                </a:lnTo>
                <a:lnTo>
                  <a:pt x="2504825" y="2161170"/>
                </a:lnTo>
                <a:lnTo>
                  <a:pt x="2552995" y="2174153"/>
                </a:lnTo>
                <a:lnTo>
                  <a:pt x="2601165" y="2182345"/>
                </a:lnTo>
                <a:lnTo>
                  <a:pt x="2649334" y="2188017"/>
                </a:lnTo>
                <a:lnTo>
                  <a:pt x="2697504" y="2193444"/>
                </a:lnTo>
                <a:lnTo>
                  <a:pt x="2745674" y="2199002"/>
                </a:lnTo>
                <a:lnTo>
                  <a:pt x="2793844" y="2203556"/>
                </a:lnTo>
                <a:lnTo>
                  <a:pt x="2842013" y="2207108"/>
                </a:lnTo>
                <a:lnTo>
                  <a:pt x="2890183" y="2209662"/>
                </a:lnTo>
                <a:lnTo>
                  <a:pt x="2938353" y="2211202"/>
                </a:lnTo>
                <a:lnTo>
                  <a:pt x="2986523" y="2212055"/>
                </a:lnTo>
                <a:lnTo>
                  <a:pt x="3034692" y="2212739"/>
                </a:lnTo>
                <a:lnTo>
                  <a:pt x="3082862" y="2213774"/>
                </a:lnTo>
                <a:lnTo>
                  <a:pt x="3131032" y="2215397"/>
                </a:lnTo>
                <a:lnTo>
                  <a:pt x="3179201" y="2217299"/>
                </a:lnTo>
                <a:lnTo>
                  <a:pt x="3227371" y="2219176"/>
                </a:lnTo>
                <a:lnTo>
                  <a:pt x="3275541" y="2220723"/>
                </a:lnTo>
                <a:lnTo>
                  <a:pt x="3323711" y="2221661"/>
                </a:lnTo>
                <a:lnTo>
                  <a:pt x="3371880" y="2222219"/>
                </a:lnTo>
                <a:lnTo>
                  <a:pt x="3420050" y="2222852"/>
                </a:lnTo>
                <a:lnTo>
                  <a:pt x="3468220" y="2224017"/>
                </a:lnTo>
                <a:lnTo>
                  <a:pt x="3516390" y="2225947"/>
                </a:lnTo>
                <a:lnTo>
                  <a:pt x="3564559" y="2228361"/>
                </a:lnTo>
                <a:lnTo>
                  <a:pt x="3612729" y="2230944"/>
                </a:lnTo>
                <a:lnTo>
                  <a:pt x="3660899" y="2233379"/>
                </a:lnTo>
                <a:lnTo>
                  <a:pt x="3709069" y="2235617"/>
                </a:lnTo>
                <a:lnTo>
                  <a:pt x="3757238" y="2237814"/>
                </a:lnTo>
                <a:lnTo>
                  <a:pt x="3805408" y="2239963"/>
                </a:lnTo>
                <a:lnTo>
                  <a:pt x="3853578" y="2242059"/>
                </a:lnTo>
                <a:lnTo>
                  <a:pt x="3901747" y="2244184"/>
                </a:lnTo>
                <a:lnTo>
                  <a:pt x="3949917" y="2246314"/>
                </a:lnTo>
                <a:lnTo>
                  <a:pt x="3998087" y="2248278"/>
                </a:lnTo>
                <a:lnTo>
                  <a:pt x="4046257" y="2249904"/>
                </a:lnTo>
                <a:lnTo>
                  <a:pt x="4094426" y="2250902"/>
                </a:lnTo>
                <a:lnTo>
                  <a:pt x="4142596" y="2251444"/>
                </a:lnTo>
                <a:lnTo>
                  <a:pt x="4190766" y="2252056"/>
                </a:lnTo>
                <a:lnTo>
                  <a:pt x="4238936" y="2253264"/>
                </a:lnTo>
                <a:lnTo>
                  <a:pt x="4287105" y="2263905"/>
                </a:lnTo>
                <a:lnTo>
                  <a:pt x="4335275" y="2285847"/>
                </a:lnTo>
                <a:lnTo>
                  <a:pt x="4383445" y="2309156"/>
                </a:lnTo>
                <a:lnTo>
                  <a:pt x="4431614" y="2323898"/>
                </a:lnTo>
                <a:lnTo>
                  <a:pt x="4479784" y="2329556"/>
                </a:lnTo>
                <a:lnTo>
                  <a:pt x="4527954" y="2333031"/>
                </a:lnTo>
                <a:lnTo>
                  <a:pt x="4576124" y="2335512"/>
                </a:lnTo>
                <a:lnTo>
                  <a:pt x="4624293" y="2338190"/>
                </a:lnTo>
                <a:lnTo>
                  <a:pt x="4672463" y="2341639"/>
                </a:lnTo>
                <a:lnTo>
                  <a:pt x="4720633" y="2345137"/>
                </a:lnTo>
                <a:lnTo>
                  <a:pt x="4768803" y="2347935"/>
                </a:lnTo>
                <a:lnTo>
                  <a:pt x="4816972" y="2349283"/>
                </a:lnTo>
                <a:lnTo>
                  <a:pt x="4865142" y="2349583"/>
                </a:lnTo>
                <a:lnTo>
                  <a:pt x="4913312" y="2349773"/>
                </a:lnTo>
                <a:lnTo>
                  <a:pt x="4961482" y="2349904"/>
                </a:lnTo>
                <a:lnTo>
                  <a:pt x="5009651" y="2350027"/>
                </a:lnTo>
                <a:lnTo>
                  <a:pt x="5057821" y="2350126"/>
                </a:lnTo>
                <a:lnTo>
                  <a:pt x="5105991" y="2350182"/>
                </a:lnTo>
                <a:lnTo>
                  <a:pt x="5154160" y="2350248"/>
                </a:lnTo>
                <a:lnTo>
                  <a:pt x="5202330" y="2350374"/>
                </a:lnTo>
                <a:lnTo>
                  <a:pt x="5250500" y="2351227"/>
                </a:lnTo>
                <a:lnTo>
                  <a:pt x="5298670" y="2352889"/>
                </a:lnTo>
                <a:lnTo>
                  <a:pt x="5346839" y="2354531"/>
                </a:lnTo>
                <a:lnTo>
                  <a:pt x="5395009" y="2355327"/>
                </a:lnTo>
                <a:lnTo>
                  <a:pt x="5443179" y="2355407"/>
                </a:lnTo>
                <a:lnTo>
                  <a:pt x="5491349" y="2355460"/>
                </a:lnTo>
                <a:lnTo>
                  <a:pt x="5539518" y="2355495"/>
                </a:lnTo>
                <a:lnTo>
                  <a:pt x="5587688" y="2355521"/>
                </a:lnTo>
              </a:path>
            </a:pathLst>
          </a:custGeom>
          <a:ln w="28574">
            <a:solidFill>
              <a:srgbClr val="118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15390313" y="8513333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4812277" y="8341127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18M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6161029" y="8537049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2885487" y="6924093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50M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4426919" y="8282123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5775671" y="8524393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7124422" y="8641860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12M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5197635" y="8765084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6546386" y="8821545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7509782" y="8658998"/>
            <a:ext cx="6496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7510" algn="l"/>
              </a:tabLst>
            </a:pP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2500130" y="6303670"/>
            <a:ext cx="4565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64M</a:t>
            </a:r>
            <a:endParaRPr sz="950">
              <a:latin typeface="Segoe UI"/>
              <a:cs typeface="Segoe UI"/>
            </a:endParaRPr>
          </a:p>
          <a:p>
            <a:pPr marL="205104">
              <a:lnSpc>
                <a:spcPct val="100000"/>
              </a:lnSpc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61M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3078166" y="7210495"/>
            <a:ext cx="456565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50M</a:t>
            </a:r>
            <a:endParaRPr sz="950">
              <a:latin typeface="Segoe UI"/>
              <a:cs typeface="Segoe UI"/>
            </a:endParaRPr>
          </a:p>
          <a:p>
            <a:pPr marL="205104">
              <a:lnSpc>
                <a:spcPct val="100000"/>
              </a:lnSpc>
              <a:spcBef>
                <a:spcPts val="69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38M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3463523" y="7806547"/>
            <a:ext cx="842010" cy="40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36M</a:t>
            </a:r>
            <a:endParaRPr sz="950">
              <a:latin typeface="Segoe UI"/>
              <a:cs typeface="Segoe UI"/>
            </a:endParaRPr>
          </a:p>
          <a:p>
            <a:pPr marL="205104">
              <a:lnSpc>
                <a:spcPct val="100000"/>
              </a:lnSpc>
              <a:spcBef>
                <a:spcPts val="710"/>
              </a:spcBef>
              <a:tabLst>
                <a:tab pos="590550" algn="l"/>
              </a:tabLst>
            </a:pP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25M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25M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3848883" y="8306244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25M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4619597" y="8606034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18M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5582993" y="8785414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5968350" y="8795657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6931744" y="8895538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12M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5004955" y="8464841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16M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6549051" y="8556935"/>
            <a:ext cx="454025" cy="293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>
              <a:lnSpc>
                <a:spcPts val="1055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ts val="1055"/>
              </a:lnSpc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14M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7317104" y="8927161"/>
            <a:ext cx="10344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7510" algn="l"/>
                <a:tab pos="782955" algn="l"/>
              </a:tabLst>
            </a:pP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12477750" y="10033000"/>
            <a:ext cx="5895975" cy="73025"/>
            <a:chOff x="12477750" y="10033000"/>
            <a:chExt cx="5895975" cy="73025"/>
          </a:xfrm>
        </p:grpSpPr>
        <p:sp>
          <p:nvSpPr>
            <p:cNvPr id="123" name="object 123"/>
            <p:cNvSpPr/>
            <p:nvPr/>
          </p:nvSpPr>
          <p:spPr>
            <a:xfrm>
              <a:off x="12477750" y="10033000"/>
              <a:ext cx="5895975" cy="73025"/>
            </a:xfrm>
            <a:custGeom>
              <a:avLst/>
              <a:gdLst/>
              <a:ahLst/>
              <a:cxnLst/>
              <a:rect l="l" t="t" r="r" b="b"/>
              <a:pathLst>
                <a:path w="5895975" h="73025">
                  <a:moveTo>
                    <a:pt x="5873117" y="73025"/>
                  </a:moveTo>
                  <a:lnTo>
                    <a:pt x="22856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862925" y="0"/>
                  </a:lnTo>
                  <a:lnTo>
                    <a:pt x="5895006" y="28187"/>
                  </a:lnTo>
                  <a:lnTo>
                    <a:pt x="5895974" y="33047"/>
                  </a:lnTo>
                  <a:lnTo>
                    <a:pt x="5895974" y="43152"/>
                  </a:lnTo>
                  <a:lnTo>
                    <a:pt x="5873117" y="73025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2477750" y="10033000"/>
              <a:ext cx="2101215" cy="73025"/>
            </a:xfrm>
            <a:custGeom>
              <a:avLst/>
              <a:gdLst/>
              <a:ahLst/>
              <a:cxnLst/>
              <a:rect l="l" t="t" r="r" b="b"/>
              <a:pathLst>
                <a:path w="2101215" h="73025">
                  <a:moveTo>
                    <a:pt x="2078330" y="73025"/>
                  </a:moveTo>
                  <a:lnTo>
                    <a:pt x="22856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068139" y="0"/>
                  </a:lnTo>
                  <a:lnTo>
                    <a:pt x="2100220" y="28187"/>
                  </a:lnTo>
                  <a:lnTo>
                    <a:pt x="2101187" y="33047"/>
                  </a:lnTo>
                  <a:lnTo>
                    <a:pt x="2101187" y="43152"/>
                  </a:lnTo>
                  <a:lnTo>
                    <a:pt x="2078330" y="73025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2477750" y="10033000"/>
              <a:ext cx="2101215" cy="73025"/>
            </a:xfrm>
            <a:custGeom>
              <a:avLst/>
              <a:gdLst/>
              <a:ahLst/>
              <a:cxnLst/>
              <a:rect l="l" t="t" r="r" b="b"/>
              <a:pathLst>
                <a:path w="2101215" h="73025">
                  <a:moveTo>
                    <a:pt x="22856" y="73025"/>
                  </a:move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2063087" y="0"/>
                  </a:lnTo>
                  <a:lnTo>
                    <a:pt x="2068139" y="0"/>
                  </a:lnTo>
                  <a:lnTo>
                    <a:pt x="2072999" y="966"/>
                  </a:lnTo>
                  <a:lnTo>
                    <a:pt x="2077667" y="2900"/>
                  </a:lnTo>
                  <a:lnTo>
                    <a:pt x="2082335" y="4833"/>
                  </a:lnTo>
                  <a:lnTo>
                    <a:pt x="2098287" y="23519"/>
                  </a:lnTo>
                  <a:lnTo>
                    <a:pt x="2100220" y="28187"/>
                  </a:lnTo>
                  <a:lnTo>
                    <a:pt x="2101187" y="33047"/>
                  </a:lnTo>
                  <a:lnTo>
                    <a:pt x="2101187" y="38099"/>
                  </a:lnTo>
                  <a:lnTo>
                    <a:pt x="2101187" y="43152"/>
                  </a:lnTo>
                  <a:lnTo>
                    <a:pt x="2100220" y="48012"/>
                  </a:lnTo>
                  <a:lnTo>
                    <a:pt x="2098287" y="52680"/>
                  </a:lnTo>
                  <a:lnTo>
                    <a:pt x="2096353" y="57348"/>
                  </a:lnTo>
                  <a:lnTo>
                    <a:pt x="2093600" y="61468"/>
                  </a:lnTo>
                  <a:lnTo>
                    <a:pt x="2090028" y="65040"/>
                  </a:lnTo>
                  <a:lnTo>
                    <a:pt x="2086455" y="68613"/>
                  </a:lnTo>
                  <a:lnTo>
                    <a:pt x="2082335" y="71366"/>
                  </a:lnTo>
                  <a:lnTo>
                    <a:pt x="2078330" y="73025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AFA">
              <a:alpha val="8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23849" y="228600"/>
            <a:ext cx="1247775" cy="5143500"/>
            <a:chOff x="323849" y="228600"/>
            <a:chExt cx="1247775" cy="5143500"/>
          </a:xfrm>
        </p:grpSpPr>
        <p:sp>
          <p:nvSpPr>
            <p:cNvPr id="5" name="object 5"/>
            <p:cNvSpPr/>
            <p:nvPr/>
          </p:nvSpPr>
          <p:spPr>
            <a:xfrm>
              <a:off x="328612" y="233362"/>
              <a:ext cx="1238250" cy="5133975"/>
            </a:xfrm>
            <a:custGeom>
              <a:avLst/>
              <a:gdLst/>
              <a:ahLst/>
              <a:cxnLst/>
              <a:rect l="l" t="t" r="r" b="b"/>
              <a:pathLst>
                <a:path w="1238250" h="5133975">
                  <a:moveTo>
                    <a:pt x="1171503" y="5133974"/>
                  </a:moveTo>
                  <a:lnTo>
                    <a:pt x="66746" y="5133974"/>
                  </a:lnTo>
                  <a:lnTo>
                    <a:pt x="62101" y="5133516"/>
                  </a:lnTo>
                  <a:lnTo>
                    <a:pt x="24240" y="5116367"/>
                  </a:lnTo>
                  <a:lnTo>
                    <a:pt x="2287" y="5081073"/>
                  </a:lnTo>
                  <a:lnTo>
                    <a:pt x="0" y="5067228"/>
                  </a:lnTo>
                  <a:lnTo>
                    <a:pt x="0" y="5062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71503" y="0"/>
                  </a:lnTo>
                  <a:lnTo>
                    <a:pt x="1210401" y="14645"/>
                  </a:lnTo>
                  <a:lnTo>
                    <a:pt x="1234606" y="48433"/>
                  </a:lnTo>
                  <a:lnTo>
                    <a:pt x="1238249" y="66746"/>
                  </a:lnTo>
                  <a:lnTo>
                    <a:pt x="1238249" y="5067228"/>
                  </a:lnTo>
                  <a:lnTo>
                    <a:pt x="1223604" y="5106125"/>
                  </a:lnTo>
                  <a:lnTo>
                    <a:pt x="1189816" y="5130331"/>
                  </a:lnTo>
                  <a:lnTo>
                    <a:pt x="1176148" y="5133516"/>
                  </a:lnTo>
                  <a:lnTo>
                    <a:pt x="1171503" y="5133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233362"/>
              <a:ext cx="1238250" cy="5133975"/>
            </a:xfrm>
            <a:custGeom>
              <a:avLst/>
              <a:gdLst/>
              <a:ahLst/>
              <a:cxnLst/>
              <a:rect l="l" t="t" r="r" b="b"/>
              <a:pathLst>
                <a:path w="1238250" h="5133975">
                  <a:moveTo>
                    <a:pt x="0" y="5062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66812" y="0"/>
                  </a:lnTo>
                  <a:lnTo>
                    <a:pt x="1171503" y="0"/>
                  </a:lnTo>
                  <a:lnTo>
                    <a:pt x="1176148" y="457"/>
                  </a:lnTo>
                  <a:lnTo>
                    <a:pt x="1180749" y="1372"/>
                  </a:lnTo>
                  <a:lnTo>
                    <a:pt x="1185349" y="2287"/>
                  </a:lnTo>
                  <a:lnTo>
                    <a:pt x="1189816" y="3642"/>
                  </a:lnTo>
                  <a:lnTo>
                    <a:pt x="1194150" y="5437"/>
                  </a:lnTo>
                  <a:lnTo>
                    <a:pt x="1198483" y="7232"/>
                  </a:lnTo>
                  <a:lnTo>
                    <a:pt x="1217326" y="20923"/>
                  </a:lnTo>
                  <a:lnTo>
                    <a:pt x="1220643" y="24240"/>
                  </a:lnTo>
                  <a:lnTo>
                    <a:pt x="1223604" y="27848"/>
                  </a:lnTo>
                  <a:lnTo>
                    <a:pt x="1226210" y="31748"/>
                  </a:lnTo>
                  <a:lnTo>
                    <a:pt x="1228816" y="35649"/>
                  </a:lnTo>
                  <a:lnTo>
                    <a:pt x="1238249" y="71437"/>
                  </a:lnTo>
                  <a:lnTo>
                    <a:pt x="1238249" y="5062537"/>
                  </a:lnTo>
                  <a:lnTo>
                    <a:pt x="1226210" y="5102224"/>
                  </a:lnTo>
                  <a:lnTo>
                    <a:pt x="1223604" y="5106125"/>
                  </a:lnTo>
                  <a:lnTo>
                    <a:pt x="1220643" y="5109734"/>
                  </a:lnTo>
                  <a:lnTo>
                    <a:pt x="1217326" y="5113050"/>
                  </a:lnTo>
                  <a:lnTo>
                    <a:pt x="1214009" y="5116367"/>
                  </a:lnTo>
                  <a:lnTo>
                    <a:pt x="1210401" y="5119328"/>
                  </a:lnTo>
                  <a:lnTo>
                    <a:pt x="1206500" y="5121934"/>
                  </a:lnTo>
                  <a:lnTo>
                    <a:pt x="1202600" y="5124540"/>
                  </a:lnTo>
                  <a:lnTo>
                    <a:pt x="1198483" y="5126741"/>
                  </a:lnTo>
                  <a:lnTo>
                    <a:pt x="1194150" y="5128536"/>
                  </a:lnTo>
                  <a:lnTo>
                    <a:pt x="1189816" y="5130331"/>
                  </a:lnTo>
                  <a:lnTo>
                    <a:pt x="1185349" y="5131686"/>
                  </a:lnTo>
                  <a:lnTo>
                    <a:pt x="1180749" y="5132601"/>
                  </a:lnTo>
                  <a:lnTo>
                    <a:pt x="1176148" y="5133516"/>
                  </a:lnTo>
                  <a:lnTo>
                    <a:pt x="1171503" y="5133974"/>
                  </a:lnTo>
                  <a:lnTo>
                    <a:pt x="1166812" y="5133974"/>
                  </a:lnTo>
                  <a:lnTo>
                    <a:pt x="71437" y="5133974"/>
                  </a:lnTo>
                  <a:lnTo>
                    <a:pt x="66746" y="5133974"/>
                  </a:lnTo>
                  <a:lnTo>
                    <a:pt x="62101" y="5133516"/>
                  </a:lnTo>
                  <a:lnTo>
                    <a:pt x="57500" y="5132601"/>
                  </a:lnTo>
                  <a:lnTo>
                    <a:pt x="52900" y="5131686"/>
                  </a:lnTo>
                  <a:lnTo>
                    <a:pt x="48433" y="5130331"/>
                  </a:lnTo>
                  <a:lnTo>
                    <a:pt x="44099" y="5128536"/>
                  </a:lnTo>
                  <a:lnTo>
                    <a:pt x="39765" y="5126741"/>
                  </a:lnTo>
                  <a:lnTo>
                    <a:pt x="35649" y="5124540"/>
                  </a:lnTo>
                  <a:lnTo>
                    <a:pt x="31748" y="5121934"/>
                  </a:lnTo>
                  <a:lnTo>
                    <a:pt x="27848" y="5119328"/>
                  </a:lnTo>
                  <a:lnTo>
                    <a:pt x="24240" y="5116367"/>
                  </a:lnTo>
                  <a:lnTo>
                    <a:pt x="20923" y="5113050"/>
                  </a:lnTo>
                  <a:lnTo>
                    <a:pt x="17606" y="5109734"/>
                  </a:lnTo>
                  <a:lnTo>
                    <a:pt x="1372" y="5076473"/>
                  </a:lnTo>
                  <a:lnTo>
                    <a:pt x="457" y="5071873"/>
                  </a:lnTo>
                  <a:lnTo>
                    <a:pt x="0" y="5067228"/>
                  </a:lnTo>
                  <a:lnTo>
                    <a:pt x="0" y="506253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9534" y="314388"/>
            <a:ext cx="4756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Year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5762" y="781049"/>
            <a:ext cx="923925" cy="2000250"/>
          </a:xfrm>
          <a:custGeom>
            <a:avLst/>
            <a:gdLst/>
            <a:ahLst/>
            <a:cxnLst/>
            <a:rect l="l" t="t" r="r" b="b"/>
            <a:pathLst>
              <a:path w="923925" h="2000250">
                <a:moveTo>
                  <a:pt x="923925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0" y="2000250"/>
                </a:lnTo>
                <a:lnTo>
                  <a:pt x="923925" y="2000250"/>
                </a:lnTo>
                <a:lnTo>
                  <a:pt x="923925" y="285750"/>
                </a:lnTo>
                <a:lnTo>
                  <a:pt x="9239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2600" y="739775"/>
            <a:ext cx="797560" cy="20256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  <a:tabLst>
                <a:tab pos="373380" algn="l"/>
              </a:tabLst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200" dirty="0">
                <a:solidFill>
                  <a:srgbClr val="242424"/>
                </a:solidFill>
                <a:latin typeface="Verdana"/>
                <a:cs typeface="Verdana"/>
              </a:rPr>
              <a:t>	</a:t>
            </a:r>
            <a:r>
              <a:rPr sz="1500" spc="-20" dirty="0">
                <a:solidFill>
                  <a:srgbClr val="E66B37"/>
                </a:solidFill>
                <a:latin typeface="Segoe UI"/>
                <a:cs typeface="Segoe UI"/>
              </a:rPr>
              <a:t>2019</a:t>
            </a:r>
            <a:endParaRPr sz="1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73380" algn="l"/>
              </a:tabLst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200" dirty="0">
                <a:solidFill>
                  <a:srgbClr val="242424"/>
                </a:solidFill>
                <a:latin typeface="Verdana"/>
                <a:cs typeface="Verdana"/>
              </a:rPr>
              <a:t>	</a:t>
            </a:r>
            <a:r>
              <a:rPr sz="1500" spc="-20" dirty="0">
                <a:solidFill>
                  <a:srgbClr val="E66B37"/>
                </a:solidFill>
                <a:latin typeface="Segoe UI"/>
                <a:cs typeface="Segoe UI"/>
              </a:rPr>
              <a:t>2020</a:t>
            </a:r>
            <a:endParaRPr sz="1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73380" algn="l"/>
              </a:tabLst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200" dirty="0">
                <a:solidFill>
                  <a:srgbClr val="242424"/>
                </a:solidFill>
                <a:latin typeface="Verdana"/>
                <a:cs typeface="Verdana"/>
              </a:rPr>
              <a:t>	</a:t>
            </a:r>
            <a:r>
              <a:rPr sz="1500" spc="-20" dirty="0">
                <a:solidFill>
                  <a:srgbClr val="E66B37"/>
                </a:solidFill>
                <a:latin typeface="Segoe UI"/>
                <a:cs typeface="Segoe UI"/>
              </a:rPr>
              <a:t>2021</a:t>
            </a:r>
            <a:endParaRPr sz="1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73380" algn="l"/>
              </a:tabLst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200" dirty="0">
                <a:solidFill>
                  <a:srgbClr val="242424"/>
                </a:solidFill>
                <a:latin typeface="Verdana"/>
                <a:cs typeface="Verdana"/>
              </a:rPr>
              <a:t>	</a:t>
            </a:r>
            <a:r>
              <a:rPr sz="1500" spc="-20" dirty="0">
                <a:solidFill>
                  <a:srgbClr val="E66B37"/>
                </a:solidFill>
                <a:latin typeface="Segoe UI"/>
                <a:cs typeface="Segoe UI"/>
              </a:rPr>
              <a:t>2022</a:t>
            </a:r>
            <a:endParaRPr sz="1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73380" algn="l"/>
              </a:tabLst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200" dirty="0">
                <a:solidFill>
                  <a:srgbClr val="242424"/>
                </a:solidFill>
                <a:latin typeface="Verdana"/>
                <a:cs typeface="Verdana"/>
              </a:rPr>
              <a:t>	</a:t>
            </a:r>
            <a:r>
              <a:rPr sz="1500" spc="-20" dirty="0">
                <a:solidFill>
                  <a:srgbClr val="E66B37"/>
                </a:solidFill>
                <a:latin typeface="Segoe UI"/>
                <a:cs typeface="Segoe UI"/>
              </a:rPr>
              <a:t>2023</a:t>
            </a:r>
            <a:endParaRPr sz="1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73380" algn="l"/>
              </a:tabLst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200" dirty="0">
                <a:solidFill>
                  <a:srgbClr val="242424"/>
                </a:solidFill>
                <a:latin typeface="Verdana"/>
                <a:cs typeface="Verdana"/>
              </a:rPr>
              <a:t>	</a:t>
            </a:r>
            <a:r>
              <a:rPr sz="1500" spc="-20" dirty="0">
                <a:solidFill>
                  <a:srgbClr val="E66B37"/>
                </a:solidFill>
                <a:latin typeface="Segoe UI"/>
                <a:cs typeface="Segoe UI"/>
              </a:rPr>
              <a:t>2024</a:t>
            </a:r>
            <a:endParaRPr sz="1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73380" algn="l"/>
              </a:tabLst>
            </a:pPr>
            <a:r>
              <a:rPr sz="1200" spc="195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200" dirty="0">
                <a:solidFill>
                  <a:srgbClr val="242424"/>
                </a:solidFill>
                <a:latin typeface="Verdana"/>
                <a:cs typeface="Verdana"/>
              </a:rPr>
              <a:t>	</a:t>
            </a:r>
            <a:r>
              <a:rPr sz="1500" spc="-20" dirty="0">
                <a:solidFill>
                  <a:srgbClr val="E66B37"/>
                </a:solidFill>
                <a:latin typeface="Segoe UI"/>
                <a:cs typeface="Segoe UI"/>
              </a:rPr>
              <a:t>2025</a:t>
            </a:r>
            <a:endParaRPr sz="15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71624" y="228600"/>
            <a:ext cx="5267325" cy="5143500"/>
            <a:chOff x="1571624" y="228600"/>
            <a:chExt cx="5267325" cy="5143500"/>
          </a:xfrm>
        </p:grpSpPr>
        <p:sp>
          <p:nvSpPr>
            <p:cNvPr id="11" name="object 11"/>
            <p:cNvSpPr/>
            <p:nvPr/>
          </p:nvSpPr>
          <p:spPr>
            <a:xfrm>
              <a:off x="1576387" y="233362"/>
              <a:ext cx="5257800" cy="5133975"/>
            </a:xfrm>
            <a:custGeom>
              <a:avLst/>
              <a:gdLst/>
              <a:ahLst/>
              <a:cxnLst/>
              <a:rect l="l" t="t" r="r" b="b"/>
              <a:pathLst>
                <a:path w="5257800" h="5133975">
                  <a:moveTo>
                    <a:pt x="5191053" y="5133974"/>
                  </a:moveTo>
                  <a:lnTo>
                    <a:pt x="66746" y="5133974"/>
                  </a:lnTo>
                  <a:lnTo>
                    <a:pt x="62101" y="5133516"/>
                  </a:lnTo>
                  <a:lnTo>
                    <a:pt x="24240" y="5116367"/>
                  </a:lnTo>
                  <a:lnTo>
                    <a:pt x="2287" y="5081073"/>
                  </a:lnTo>
                  <a:lnTo>
                    <a:pt x="0" y="5067228"/>
                  </a:lnTo>
                  <a:lnTo>
                    <a:pt x="0" y="5062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191053" y="0"/>
                  </a:lnTo>
                  <a:lnTo>
                    <a:pt x="5229950" y="14645"/>
                  </a:lnTo>
                  <a:lnTo>
                    <a:pt x="5254156" y="48433"/>
                  </a:lnTo>
                  <a:lnTo>
                    <a:pt x="5257799" y="66746"/>
                  </a:lnTo>
                  <a:lnTo>
                    <a:pt x="5257799" y="5067228"/>
                  </a:lnTo>
                  <a:lnTo>
                    <a:pt x="5243153" y="5106125"/>
                  </a:lnTo>
                  <a:lnTo>
                    <a:pt x="5209365" y="5130331"/>
                  </a:lnTo>
                  <a:lnTo>
                    <a:pt x="5195698" y="5133516"/>
                  </a:lnTo>
                  <a:lnTo>
                    <a:pt x="5191053" y="5133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76387" y="233362"/>
              <a:ext cx="5257800" cy="5133975"/>
            </a:xfrm>
            <a:custGeom>
              <a:avLst/>
              <a:gdLst/>
              <a:ahLst/>
              <a:cxnLst/>
              <a:rect l="l" t="t" r="r" b="b"/>
              <a:pathLst>
                <a:path w="5257800" h="5133975">
                  <a:moveTo>
                    <a:pt x="0" y="5062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186362" y="0"/>
                  </a:lnTo>
                  <a:lnTo>
                    <a:pt x="5191053" y="0"/>
                  </a:lnTo>
                  <a:lnTo>
                    <a:pt x="5195698" y="457"/>
                  </a:lnTo>
                  <a:lnTo>
                    <a:pt x="5200298" y="1372"/>
                  </a:lnTo>
                  <a:lnTo>
                    <a:pt x="5204898" y="2287"/>
                  </a:lnTo>
                  <a:lnTo>
                    <a:pt x="5236875" y="20923"/>
                  </a:lnTo>
                  <a:lnTo>
                    <a:pt x="5240192" y="24240"/>
                  </a:lnTo>
                  <a:lnTo>
                    <a:pt x="5243153" y="27848"/>
                  </a:lnTo>
                  <a:lnTo>
                    <a:pt x="5245759" y="31748"/>
                  </a:lnTo>
                  <a:lnTo>
                    <a:pt x="5248365" y="35649"/>
                  </a:lnTo>
                  <a:lnTo>
                    <a:pt x="5250566" y="39765"/>
                  </a:lnTo>
                  <a:lnTo>
                    <a:pt x="5252361" y="44099"/>
                  </a:lnTo>
                  <a:lnTo>
                    <a:pt x="5254156" y="48433"/>
                  </a:lnTo>
                  <a:lnTo>
                    <a:pt x="5255511" y="52900"/>
                  </a:lnTo>
                  <a:lnTo>
                    <a:pt x="5256426" y="57500"/>
                  </a:lnTo>
                  <a:lnTo>
                    <a:pt x="5257342" y="62101"/>
                  </a:lnTo>
                  <a:lnTo>
                    <a:pt x="5257799" y="66746"/>
                  </a:lnTo>
                  <a:lnTo>
                    <a:pt x="5257799" y="71437"/>
                  </a:lnTo>
                  <a:lnTo>
                    <a:pt x="5257799" y="5062537"/>
                  </a:lnTo>
                  <a:lnTo>
                    <a:pt x="5257799" y="5067228"/>
                  </a:lnTo>
                  <a:lnTo>
                    <a:pt x="5257342" y="5071873"/>
                  </a:lnTo>
                  <a:lnTo>
                    <a:pt x="5256426" y="5076473"/>
                  </a:lnTo>
                  <a:lnTo>
                    <a:pt x="5255511" y="5081073"/>
                  </a:lnTo>
                  <a:lnTo>
                    <a:pt x="5254156" y="5085540"/>
                  </a:lnTo>
                  <a:lnTo>
                    <a:pt x="5252361" y="5089874"/>
                  </a:lnTo>
                  <a:lnTo>
                    <a:pt x="5250566" y="5094207"/>
                  </a:lnTo>
                  <a:lnTo>
                    <a:pt x="5248365" y="5098324"/>
                  </a:lnTo>
                  <a:lnTo>
                    <a:pt x="5245759" y="5102224"/>
                  </a:lnTo>
                  <a:lnTo>
                    <a:pt x="5243153" y="5106125"/>
                  </a:lnTo>
                  <a:lnTo>
                    <a:pt x="5240192" y="5109734"/>
                  </a:lnTo>
                  <a:lnTo>
                    <a:pt x="5236875" y="5113050"/>
                  </a:lnTo>
                  <a:lnTo>
                    <a:pt x="5233559" y="5116367"/>
                  </a:lnTo>
                  <a:lnTo>
                    <a:pt x="5229950" y="5119328"/>
                  </a:lnTo>
                  <a:lnTo>
                    <a:pt x="5226050" y="5121934"/>
                  </a:lnTo>
                  <a:lnTo>
                    <a:pt x="5222149" y="5124540"/>
                  </a:lnTo>
                  <a:lnTo>
                    <a:pt x="5218032" y="5126741"/>
                  </a:lnTo>
                  <a:lnTo>
                    <a:pt x="5213699" y="5128536"/>
                  </a:lnTo>
                  <a:lnTo>
                    <a:pt x="5209365" y="5130331"/>
                  </a:lnTo>
                  <a:lnTo>
                    <a:pt x="5204898" y="5131686"/>
                  </a:lnTo>
                  <a:lnTo>
                    <a:pt x="5200298" y="5132601"/>
                  </a:lnTo>
                  <a:lnTo>
                    <a:pt x="5195698" y="5133516"/>
                  </a:lnTo>
                  <a:lnTo>
                    <a:pt x="5191053" y="5133974"/>
                  </a:lnTo>
                  <a:lnTo>
                    <a:pt x="5186362" y="5133974"/>
                  </a:lnTo>
                  <a:lnTo>
                    <a:pt x="71437" y="5133974"/>
                  </a:lnTo>
                  <a:lnTo>
                    <a:pt x="66746" y="5133974"/>
                  </a:lnTo>
                  <a:lnTo>
                    <a:pt x="62101" y="5133516"/>
                  </a:lnTo>
                  <a:lnTo>
                    <a:pt x="57500" y="5132601"/>
                  </a:lnTo>
                  <a:lnTo>
                    <a:pt x="52900" y="5131686"/>
                  </a:lnTo>
                  <a:lnTo>
                    <a:pt x="48433" y="5130331"/>
                  </a:lnTo>
                  <a:lnTo>
                    <a:pt x="44099" y="5128536"/>
                  </a:lnTo>
                  <a:lnTo>
                    <a:pt x="39765" y="5126741"/>
                  </a:lnTo>
                  <a:lnTo>
                    <a:pt x="35649" y="5124540"/>
                  </a:lnTo>
                  <a:lnTo>
                    <a:pt x="31748" y="5121934"/>
                  </a:lnTo>
                  <a:lnTo>
                    <a:pt x="27848" y="5119328"/>
                  </a:lnTo>
                  <a:lnTo>
                    <a:pt x="24240" y="5116367"/>
                  </a:lnTo>
                  <a:lnTo>
                    <a:pt x="20923" y="5113050"/>
                  </a:lnTo>
                  <a:lnTo>
                    <a:pt x="17606" y="5109734"/>
                  </a:lnTo>
                  <a:lnTo>
                    <a:pt x="1372" y="5076473"/>
                  </a:lnTo>
                  <a:lnTo>
                    <a:pt x="457" y="5071873"/>
                  </a:lnTo>
                  <a:lnTo>
                    <a:pt x="0" y="5067228"/>
                  </a:lnTo>
                  <a:lnTo>
                    <a:pt x="0" y="506253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55515" y="314388"/>
            <a:ext cx="2718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95" dirty="0">
                <a:solidFill>
                  <a:srgbClr val="242424"/>
                </a:solidFill>
                <a:latin typeface="Tahoma"/>
                <a:cs typeface="Tahoma"/>
              </a:rPr>
              <a:t>Top</a:t>
            </a:r>
            <a:r>
              <a:rPr sz="2000" spc="-15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10</a:t>
            </a:r>
            <a:r>
              <a:rPr sz="2000" spc="-15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42424"/>
                </a:solidFill>
                <a:latin typeface="Tahoma"/>
                <a:cs typeface="Tahoma"/>
              </a:rPr>
              <a:t>Sellers</a:t>
            </a:r>
            <a:r>
              <a:rPr sz="2000" spc="-15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by</a:t>
            </a:r>
            <a:r>
              <a:rPr sz="2000" spc="-15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20850" y="644525"/>
            <a:ext cx="49568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revenue,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orders,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units_sold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aov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616161"/>
                </a:solidFill>
                <a:latin typeface="Segoe UI"/>
                <a:cs typeface="Segoe UI"/>
              </a:rPr>
              <a:t>b…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81387" y="1085850"/>
            <a:ext cx="0" cy="3870325"/>
          </a:xfrm>
          <a:custGeom>
            <a:avLst/>
            <a:gdLst/>
            <a:ahLst/>
            <a:cxnLst/>
            <a:rect l="l" t="t" r="r" b="b"/>
            <a:pathLst>
              <a:path h="3870325">
                <a:moveTo>
                  <a:pt x="0" y="3711322"/>
                </a:moveTo>
                <a:lnTo>
                  <a:pt x="0" y="3870324"/>
                </a:lnTo>
              </a:path>
              <a:path h="3870325">
                <a:moveTo>
                  <a:pt x="0" y="1832523"/>
                </a:moveTo>
                <a:lnTo>
                  <a:pt x="0" y="2029101"/>
                </a:lnTo>
              </a:path>
              <a:path h="3870325">
                <a:moveTo>
                  <a:pt x="0" y="1456764"/>
                </a:moveTo>
                <a:lnTo>
                  <a:pt x="0" y="1653342"/>
                </a:lnTo>
              </a:path>
              <a:path h="3870325">
                <a:moveTo>
                  <a:pt x="0" y="1081004"/>
                </a:moveTo>
                <a:lnTo>
                  <a:pt x="0" y="1277582"/>
                </a:lnTo>
              </a:path>
              <a:path h="3870325">
                <a:moveTo>
                  <a:pt x="0" y="705244"/>
                </a:moveTo>
                <a:lnTo>
                  <a:pt x="0" y="901822"/>
                </a:lnTo>
              </a:path>
              <a:path h="3870325">
                <a:moveTo>
                  <a:pt x="0" y="329485"/>
                </a:moveTo>
                <a:lnTo>
                  <a:pt x="0" y="526063"/>
                </a:lnTo>
              </a:path>
              <a:path h="3870325">
                <a:moveTo>
                  <a:pt x="0" y="0"/>
                </a:moveTo>
                <a:lnTo>
                  <a:pt x="0" y="150303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81387" y="4421413"/>
            <a:ext cx="0" cy="196850"/>
          </a:xfrm>
          <a:custGeom>
            <a:avLst/>
            <a:gdLst/>
            <a:ahLst/>
            <a:cxnLst/>
            <a:rect l="l" t="t" r="r" b="b"/>
            <a:pathLst>
              <a:path h="196850">
                <a:moveTo>
                  <a:pt x="0" y="0"/>
                </a:moveTo>
                <a:lnTo>
                  <a:pt x="0" y="196578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81387" y="4045653"/>
            <a:ext cx="0" cy="196850"/>
          </a:xfrm>
          <a:custGeom>
            <a:avLst/>
            <a:gdLst/>
            <a:ahLst/>
            <a:cxnLst/>
            <a:rect l="l" t="t" r="r" b="b"/>
            <a:pathLst>
              <a:path h="196850">
                <a:moveTo>
                  <a:pt x="0" y="0"/>
                </a:moveTo>
                <a:lnTo>
                  <a:pt x="0" y="196577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81387" y="3669893"/>
            <a:ext cx="0" cy="196850"/>
          </a:xfrm>
          <a:custGeom>
            <a:avLst/>
            <a:gdLst/>
            <a:ahLst/>
            <a:cxnLst/>
            <a:rect l="l" t="t" r="r" b="b"/>
            <a:pathLst>
              <a:path h="196850">
                <a:moveTo>
                  <a:pt x="0" y="0"/>
                </a:moveTo>
                <a:lnTo>
                  <a:pt x="0" y="196578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81387" y="3294133"/>
            <a:ext cx="0" cy="196850"/>
          </a:xfrm>
          <a:custGeom>
            <a:avLst/>
            <a:gdLst/>
            <a:ahLst/>
            <a:cxnLst/>
            <a:rect l="l" t="t" r="r" b="b"/>
            <a:pathLst>
              <a:path h="196850">
                <a:moveTo>
                  <a:pt x="0" y="0"/>
                </a:moveTo>
                <a:lnTo>
                  <a:pt x="0" y="196577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372842" y="4972050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19637" y="1085850"/>
            <a:ext cx="0" cy="3870325"/>
          </a:xfrm>
          <a:custGeom>
            <a:avLst/>
            <a:gdLst/>
            <a:ahLst/>
            <a:cxnLst/>
            <a:rect l="l" t="t" r="r" b="b"/>
            <a:pathLst>
              <a:path h="3870325">
                <a:moveTo>
                  <a:pt x="0" y="3711322"/>
                </a:moveTo>
                <a:lnTo>
                  <a:pt x="0" y="3870324"/>
                </a:lnTo>
              </a:path>
              <a:path h="3870325">
                <a:moveTo>
                  <a:pt x="0" y="3335562"/>
                </a:moveTo>
                <a:lnTo>
                  <a:pt x="0" y="3532140"/>
                </a:lnTo>
              </a:path>
              <a:path h="3870325">
                <a:moveTo>
                  <a:pt x="0" y="2959803"/>
                </a:moveTo>
                <a:lnTo>
                  <a:pt x="0" y="3156380"/>
                </a:lnTo>
              </a:path>
              <a:path h="3870325">
                <a:moveTo>
                  <a:pt x="0" y="2584043"/>
                </a:moveTo>
                <a:lnTo>
                  <a:pt x="0" y="2780621"/>
                </a:lnTo>
              </a:path>
              <a:path h="3870325">
                <a:moveTo>
                  <a:pt x="0" y="2208283"/>
                </a:moveTo>
                <a:lnTo>
                  <a:pt x="0" y="2404861"/>
                </a:lnTo>
              </a:path>
              <a:path h="3870325">
                <a:moveTo>
                  <a:pt x="0" y="1832523"/>
                </a:moveTo>
                <a:lnTo>
                  <a:pt x="0" y="2029101"/>
                </a:lnTo>
              </a:path>
              <a:path h="3870325">
                <a:moveTo>
                  <a:pt x="0" y="1456764"/>
                </a:moveTo>
                <a:lnTo>
                  <a:pt x="0" y="1653342"/>
                </a:lnTo>
              </a:path>
              <a:path h="3870325">
                <a:moveTo>
                  <a:pt x="0" y="1081004"/>
                </a:moveTo>
                <a:lnTo>
                  <a:pt x="0" y="1277582"/>
                </a:lnTo>
              </a:path>
              <a:path h="3870325">
                <a:moveTo>
                  <a:pt x="0" y="705244"/>
                </a:moveTo>
                <a:lnTo>
                  <a:pt x="0" y="901822"/>
                </a:lnTo>
              </a:path>
              <a:path h="3870325">
                <a:moveTo>
                  <a:pt x="0" y="329485"/>
                </a:moveTo>
                <a:lnTo>
                  <a:pt x="0" y="526063"/>
                </a:lnTo>
              </a:path>
              <a:path h="3870325">
                <a:moveTo>
                  <a:pt x="0" y="0"/>
                </a:moveTo>
                <a:lnTo>
                  <a:pt x="0" y="150303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611092" y="4972050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57887" y="1085850"/>
            <a:ext cx="0" cy="3870325"/>
          </a:xfrm>
          <a:custGeom>
            <a:avLst/>
            <a:gdLst/>
            <a:ahLst/>
            <a:cxnLst/>
            <a:rect l="l" t="t" r="r" b="b"/>
            <a:pathLst>
              <a:path h="3870325">
                <a:moveTo>
                  <a:pt x="0" y="3870324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849341" y="4972050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66082" y="1226757"/>
            <a:ext cx="5378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West</a:t>
            </a:r>
            <a:r>
              <a:rPr sz="1050" spc="-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Ltd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70075" y="1602516"/>
            <a:ext cx="7340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Johnson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Ltd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83420" y="1978276"/>
            <a:ext cx="11201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Swanson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Sons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87748" y="2354036"/>
            <a:ext cx="10160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Gomez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Sons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39528" y="2729796"/>
            <a:ext cx="1064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Thomas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Sons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40930" y="3105556"/>
            <a:ext cx="5626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Patel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PLC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09676" y="3481315"/>
            <a:ext cx="5943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White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Ltd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04429" y="3857075"/>
            <a:ext cx="8991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Meyer-Roberts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66181" y="4232835"/>
            <a:ext cx="93789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Macdonald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PLC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43930" y="4608594"/>
            <a:ext cx="15601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Ryan,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Brown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Figueroa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476625" y="228600"/>
            <a:ext cx="15030450" cy="5143500"/>
            <a:chOff x="3476625" y="228600"/>
            <a:chExt cx="15030450" cy="5143500"/>
          </a:xfrm>
        </p:grpSpPr>
        <p:sp>
          <p:nvSpPr>
            <p:cNvPr id="36" name="object 36"/>
            <p:cNvSpPr/>
            <p:nvPr/>
          </p:nvSpPr>
          <p:spPr>
            <a:xfrm>
              <a:off x="3476612" y="1236154"/>
              <a:ext cx="2486025" cy="3561079"/>
            </a:xfrm>
            <a:custGeom>
              <a:avLst/>
              <a:gdLst/>
              <a:ahLst/>
              <a:cxnLst/>
              <a:rect l="l" t="t" r="r" b="b"/>
              <a:pathLst>
                <a:path w="2486025" h="3561079">
                  <a:moveTo>
                    <a:pt x="1289164" y="3381845"/>
                  </a:moveTo>
                  <a:lnTo>
                    <a:pt x="0" y="3381845"/>
                  </a:lnTo>
                  <a:lnTo>
                    <a:pt x="0" y="3561029"/>
                  </a:lnTo>
                  <a:lnTo>
                    <a:pt x="1289164" y="3561029"/>
                  </a:lnTo>
                  <a:lnTo>
                    <a:pt x="1289164" y="3381845"/>
                  </a:lnTo>
                  <a:close/>
                </a:path>
                <a:path w="2486025" h="3561079">
                  <a:moveTo>
                    <a:pt x="1299921" y="3006077"/>
                  </a:moveTo>
                  <a:lnTo>
                    <a:pt x="0" y="3006077"/>
                  </a:lnTo>
                  <a:lnTo>
                    <a:pt x="0" y="3185261"/>
                  </a:lnTo>
                  <a:lnTo>
                    <a:pt x="1299921" y="3185261"/>
                  </a:lnTo>
                  <a:lnTo>
                    <a:pt x="1299921" y="3006077"/>
                  </a:lnTo>
                  <a:close/>
                </a:path>
                <a:path w="2486025" h="3561079">
                  <a:moveTo>
                    <a:pt x="1304036" y="2630322"/>
                  </a:moveTo>
                  <a:lnTo>
                    <a:pt x="0" y="2630322"/>
                  </a:lnTo>
                  <a:lnTo>
                    <a:pt x="0" y="2809506"/>
                  </a:lnTo>
                  <a:lnTo>
                    <a:pt x="1304036" y="2809506"/>
                  </a:lnTo>
                  <a:lnTo>
                    <a:pt x="1304036" y="2630322"/>
                  </a:lnTo>
                  <a:close/>
                </a:path>
                <a:path w="2486025" h="3561079">
                  <a:moveTo>
                    <a:pt x="2387130" y="2254567"/>
                  </a:moveTo>
                  <a:lnTo>
                    <a:pt x="0" y="2254567"/>
                  </a:lnTo>
                  <a:lnTo>
                    <a:pt x="0" y="2433739"/>
                  </a:lnTo>
                  <a:lnTo>
                    <a:pt x="2387130" y="2433739"/>
                  </a:lnTo>
                  <a:lnTo>
                    <a:pt x="2387130" y="2254567"/>
                  </a:lnTo>
                  <a:close/>
                </a:path>
                <a:path w="2486025" h="3561079">
                  <a:moveTo>
                    <a:pt x="2435187" y="1878799"/>
                  </a:moveTo>
                  <a:lnTo>
                    <a:pt x="0" y="1878799"/>
                  </a:lnTo>
                  <a:lnTo>
                    <a:pt x="0" y="2057984"/>
                  </a:lnTo>
                  <a:lnTo>
                    <a:pt x="2435187" y="2057984"/>
                  </a:lnTo>
                  <a:lnTo>
                    <a:pt x="2435187" y="1878799"/>
                  </a:lnTo>
                  <a:close/>
                </a:path>
                <a:path w="2486025" h="3561079">
                  <a:moveTo>
                    <a:pt x="2449347" y="1503045"/>
                  </a:moveTo>
                  <a:lnTo>
                    <a:pt x="0" y="1503045"/>
                  </a:lnTo>
                  <a:lnTo>
                    <a:pt x="0" y="1682229"/>
                  </a:lnTo>
                  <a:lnTo>
                    <a:pt x="2449347" y="1682229"/>
                  </a:lnTo>
                  <a:lnTo>
                    <a:pt x="2449347" y="1503045"/>
                  </a:lnTo>
                  <a:close/>
                </a:path>
                <a:path w="2486025" h="3561079">
                  <a:moveTo>
                    <a:pt x="2459532" y="1127290"/>
                  </a:moveTo>
                  <a:lnTo>
                    <a:pt x="0" y="1127290"/>
                  </a:lnTo>
                  <a:lnTo>
                    <a:pt x="0" y="1306461"/>
                  </a:lnTo>
                  <a:lnTo>
                    <a:pt x="2459532" y="1306461"/>
                  </a:lnTo>
                  <a:lnTo>
                    <a:pt x="2459532" y="1127290"/>
                  </a:lnTo>
                  <a:close/>
                </a:path>
                <a:path w="2486025" h="3561079">
                  <a:moveTo>
                    <a:pt x="2460663" y="751522"/>
                  </a:moveTo>
                  <a:lnTo>
                    <a:pt x="0" y="751522"/>
                  </a:lnTo>
                  <a:lnTo>
                    <a:pt x="0" y="930706"/>
                  </a:lnTo>
                  <a:lnTo>
                    <a:pt x="2460663" y="930706"/>
                  </a:lnTo>
                  <a:lnTo>
                    <a:pt x="2460663" y="751522"/>
                  </a:lnTo>
                  <a:close/>
                </a:path>
                <a:path w="2486025" h="3561079">
                  <a:moveTo>
                    <a:pt x="2476309" y="375767"/>
                  </a:moveTo>
                  <a:lnTo>
                    <a:pt x="0" y="375767"/>
                  </a:lnTo>
                  <a:lnTo>
                    <a:pt x="0" y="554951"/>
                  </a:lnTo>
                  <a:lnTo>
                    <a:pt x="2476309" y="554951"/>
                  </a:lnTo>
                  <a:lnTo>
                    <a:pt x="2476309" y="375767"/>
                  </a:lnTo>
                  <a:close/>
                </a:path>
                <a:path w="2486025" h="3561079">
                  <a:moveTo>
                    <a:pt x="2485402" y="0"/>
                  </a:moveTo>
                  <a:lnTo>
                    <a:pt x="0" y="0"/>
                  </a:lnTo>
                  <a:lnTo>
                    <a:pt x="0" y="179184"/>
                  </a:lnTo>
                  <a:lnTo>
                    <a:pt x="2485402" y="179184"/>
                  </a:lnTo>
                  <a:lnTo>
                    <a:pt x="2485402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8950" y="228600"/>
              <a:ext cx="11668124" cy="514349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025573" y="1234725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16486" y="1610484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00836" y="1986244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99711" y="2362004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89519" y="2737764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75356" y="3113523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3.9M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27300" y="3489283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3.9M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44215" y="3865043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2.1M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840096" y="4240803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2.1M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29339" y="4616562"/>
            <a:ext cx="2901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2.1M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88175" y="272044"/>
            <a:ext cx="4469765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430"/>
              </a:spcBef>
            </a:pP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Payment</a:t>
            </a:r>
            <a:r>
              <a:rPr sz="2000" spc="-12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Method </a:t>
            </a:r>
            <a:r>
              <a:rPr sz="2000" spc="-25" dirty="0">
                <a:solidFill>
                  <a:srgbClr val="242424"/>
                </a:solidFill>
                <a:latin typeface="Tahoma"/>
                <a:cs typeface="Tahoma"/>
              </a:rPr>
              <a:t>Mix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 of payment_value,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 of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avg_installments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 and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 of </a:t>
            </a:r>
            <a:r>
              <a:rPr sz="1200" spc="-50" dirty="0">
                <a:solidFill>
                  <a:srgbClr val="616161"/>
                </a:solidFill>
                <a:latin typeface="Segoe UI"/>
                <a:cs typeface="Segoe UI"/>
              </a:rPr>
              <a:t>…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270129" y="4097712"/>
            <a:ext cx="97599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193.71M</a:t>
            </a:r>
            <a:r>
              <a:rPr sz="9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(15.85%)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50608" y="1935078"/>
            <a:ext cx="1186815" cy="3778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3060">
              <a:lnSpc>
                <a:spcPct val="100000"/>
              </a:lnSpc>
              <a:spcBef>
                <a:spcPts val="345"/>
              </a:spcBef>
            </a:pP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88.51M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(7.24%)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91.81M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(7.51%)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610835" y="3743790"/>
            <a:ext cx="48514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620.22M (50.75%)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113138" y="3336680"/>
            <a:ext cx="42037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3999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118.8M (9.72%)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144647" y="2446474"/>
            <a:ext cx="42037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3999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94.24M (7.71%)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305750" y="2940050"/>
            <a:ext cx="8096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1.22bn</a:t>
            </a:r>
            <a:endParaRPr sz="2100">
              <a:latin typeface="Segoe UI Semibold"/>
              <a:cs typeface="Segoe UI Semibold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535194" y="2185670"/>
            <a:ext cx="818515" cy="175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4305">
              <a:lnSpc>
                <a:spcPct val="1548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credit_card paypal</a:t>
            </a:r>
            <a:endParaRPr sz="1050">
              <a:latin typeface="Segoe UI"/>
              <a:cs typeface="Segoe UI"/>
            </a:endParaRPr>
          </a:p>
          <a:p>
            <a:pPr marL="12700" marR="5080">
              <a:lnSpc>
                <a:spcPct val="154800"/>
              </a:lnSpc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apple_pay bank_transfer voucher debit_card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boleto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741149" y="272044"/>
            <a:ext cx="5554980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093470">
              <a:lnSpc>
                <a:spcPct val="100000"/>
              </a:lnSpc>
              <a:spcBef>
                <a:spcPts val="430"/>
              </a:spcBef>
            </a:pP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Monthly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Payment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42424"/>
                </a:solidFill>
                <a:latin typeface="Tahoma"/>
                <a:cs typeface="Tahoma"/>
              </a:rPr>
              <a:t>Value</a:t>
            </a:r>
            <a:r>
              <a:rPr sz="2000" spc="-12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by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42424"/>
                </a:solidFill>
                <a:latin typeface="Tahoma"/>
                <a:cs typeface="Tahoma"/>
              </a:rPr>
              <a:t>Payment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Method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payment_value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orders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Month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Year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payment_type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2111036" y="1114425"/>
            <a:ext cx="6238875" cy="3098800"/>
            <a:chOff x="12111036" y="1114425"/>
            <a:chExt cx="6238875" cy="3098800"/>
          </a:xfrm>
        </p:grpSpPr>
        <p:sp>
          <p:nvSpPr>
            <p:cNvPr id="58" name="object 58"/>
            <p:cNvSpPr/>
            <p:nvPr/>
          </p:nvSpPr>
          <p:spPr>
            <a:xfrm>
              <a:off x="12115799" y="4208462"/>
              <a:ext cx="6229350" cy="0"/>
            </a:xfrm>
            <a:custGeom>
              <a:avLst/>
              <a:gdLst/>
              <a:ahLst/>
              <a:cxnLst/>
              <a:rect l="l" t="t" r="r" b="b"/>
              <a:pathLst>
                <a:path w="6229350">
                  <a:moveTo>
                    <a:pt x="0" y="0"/>
                  </a:moveTo>
                  <a:lnTo>
                    <a:pt x="62293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2115799" y="3436143"/>
              <a:ext cx="6229350" cy="0"/>
            </a:xfrm>
            <a:custGeom>
              <a:avLst/>
              <a:gdLst/>
              <a:ahLst/>
              <a:cxnLst/>
              <a:rect l="l" t="t" r="r" b="b"/>
              <a:pathLst>
                <a:path w="6229350">
                  <a:moveTo>
                    <a:pt x="0" y="0"/>
                  </a:moveTo>
                  <a:lnTo>
                    <a:pt x="62293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2115799" y="2663825"/>
              <a:ext cx="6229350" cy="0"/>
            </a:xfrm>
            <a:custGeom>
              <a:avLst/>
              <a:gdLst/>
              <a:ahLst/>
              <a:cxnLst/>
              <a:rect l="l" t="t" r="r" b="b"/>
              <a:pathLst>
                <a:path w="6229350">
                  <a:moveTo>
                    <a:pt x="0" y="0"/>
                  </a:moveTo>
                  <a:lnTo>
                    <a:pt x="62293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2115799" y="1891506"/>
              <a:ext cx="6229350" cy="0"/>
            </a:xfrm>
            <a:custGeom>
              <a:avLst/>
              <a:gdLst/>
              <a:ahLst/>
              <a:cxnLst/>
              <a:rect l="l" t="t" r="r" b="b"/>
              <a:pathLst>
                <a:path w="6229350">
                  <a:moveTo>
                    <a:pt x="0" y="0"/>
                  </a:moveTo>
                  <a:lnTo>
                    <a:pt x="62293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2115799" y="1119187"/>
              <a:ext cx="6229350" cy="0"/>
            </a:xfrm>
            <a:custGeom>
              <a:avLst/>
              <a:gdLst/>
              <a:ahLst/>
              <a:cxnLst/>
              <a:rect l="l" t="t" r="r" b="b"/>
              <a:pathLst>
                <a:path w="6229350">
                  <a:moveTo>
                    <a:pt x="0" y="0"/>
                  </a:moveTo>
                  <a:lnTo>
                    <a:pt x="62293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59216" y="1246463"/>
              <a:ext cx="5942514" cy="2958410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11816158" y="4105126"/>
            <a:ext cx="217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744274" y="3332807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1744274" y="2560488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1744274" y="1788169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30M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744274" y="1015851"/>
            <a:ext cx="288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2163638" y="4251377"/>
            <a:ext cx="6116955" cy="510540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02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2765579" y="3520730"/>
            <a:ext cx="1987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2568449" y="3793745"/>
            <a:ext cx="1987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2148787" y="3396421"/>
            <a:ext cx="4470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8M</a:t>
            </a:r>
            <a:r>
              <a:rPr sz="950" spc="-6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37" baseline="-23391" dirty="0">
                <a:solidFill>
                  <a:srgbClr val="616161"/>
                </a:solidFill>
                <a:latin typeface="Segoe UI"/>
                <a:cs typeface="Segoe UI"/>
              </a:rPr>
              <a:t>7M</a:t>
            </a:r>
            <a:endParaRPr sz="1425" baseline="-23391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3528706" y="3875402"/>
            <a:ext cx="47840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25" spc="-15" baseline="32163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97" baseline="3216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55555" dirty="0">
                <a:solidFill>
                  <a:srgbClr val="616161"/>
                </a:solidFill>
                <a:latin typeface="Segoe UI"/>
                <a:cs typeface="Segoe UI"/>
              </a:rPr>
              <a:t>3M</a:t>
            </a:r>
            <a:r>
              <a:rPr sz="1425" spc="-89" baseline="5555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55555" dirty="0">
                <a:solidFill>
                  <a:srgbClr val="616161"/>
                </a:solidFill>
                <a:latin typeface="Segoe UI"/>
                <a:cs typeface="Segoe UI"/>
              </a:rPr>
              <a:t>3M</a:t>
            </a:r>
            <a:r>
              <a:rPr sz="1425" spc="-89" baseline="5555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4093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4093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38011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38011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32163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3216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3391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23391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0467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20467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7543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754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169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169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7543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754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169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169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7543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754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4619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4619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169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169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169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169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5847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5847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950" spc="-6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endParaRPr sz="1425" baseline="2923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2543049" y="3658141"/>
            <a:ext cx="10382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25" spc="-15" baseline="11695" dirty="0">
                <a:solidFill>
                  <a:srgbClr val="616161"/>
                </a:solidFill>
                <a:latin typeface="Segoe UI"/>
                <a:cs typeface="Segoe UI"/>
              </a:rPr>
              <a:t>4M</a:t>
            </a:r>
            <a:r>
              <a:rPr sz="1425" spc="-97" baseline="1169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4M</a:t>
            </a:r>
            <a:r>
              <a:rPr sz="950" spc="-6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4M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4M</a:t>
            </a:r>
            <a:r>
              <a:rPr sz="950" spc="-6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37" baseline="-40935" dirty="0">
                <a:solidFill>
                  <a:srgbClr val="616161"/>
                </a:solidFill>
                <a:latin typeface="Segoe UI"/>
                <a:cs typeface="Segoe UI"/>
              </a:rPr>
              <a:t>3M</a:t>
            </a:r>
            <a:endParaRPr sz="1425" baseline="-40935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3888679" y="4015202"/>
            <a:ext cx="41922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25" spc="-15" baseline="32163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97" baseline="3216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9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29239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9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29239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3391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23391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631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263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4619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4619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169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169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11695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1169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8771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8771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8771" dirty="0">
                <a:solidFill>
                  <a:srgbClr val="616161"/>
                </a:solidFill>
                <a:latin typeface="Segoe UI"/>
                <a:cs typeface="Segoe UI"/>
              </a:rPr>
              <a:t>2M</a:t>
            </a:r>
            <a:r>
              <a:rPr sz="1425" spc="-89" baseline="8771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5847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5847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950" spc="-6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-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-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-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-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-5847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-5847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-8771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-8771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37" baseline="-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endParaRPr sz="1425" baseline="-2923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3751236" y="4064420"/>
            <a:ext cx="45358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9115" algn="l"/>
              </a:tabLst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0M</a:t>
            </a: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148787" y="3939631"/>
            <a:ext cx="16294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25" spc="-15" baseline="5847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97" baseline="5847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950" spc="-6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1M</a:t>
            </a:r>
            <a:r>
              <a:rPr sz="950" spc="-6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-20467" dirty="0">
                <a:solidFill>
                  <a:srgbClr val="616161"/>
                </a:solidFill>
                <a:latin typeface="Segoe UI"/>
                <a:cs typeface="Segoe UI"/>
              </a:rPr>
              <a:t>3M</a:t>
            </a:r>
            <a:r>
              <a:rPr sz="1425" spc="-89" baseline="-20467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-20467" dirty="0">
                <a:solidFill>
                  <a:srgbClr val="616161"/>
                </a:solidFill>
                <a:latin typeface="Segoe UI"/>
                <a:cs typeface="Segoe UI"/>
              </a:rPr>
              <a:t>3M</a:t>
            </a:r>
            <a:r>
              <a:rPr sz="1425" spc="-89" baseline="-20467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-8771" dirty="0">
                <a:solidFill>
                  <a:srgbClr val="616161"/>
                </a:solidFill>
                <a:latin typeface="Segoe UI"/>
                <a:cs typeface="Segoe UI"/>
              </a:rPr>
              <a:t>0M</a:t>
            </a:r>
            <a:r>
              <a:rPr sz="1425" spc="-89" baseline="-8771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37" baseline="-40935" dirty="0">
                <a:solidFill>
                  <a:srgbClr val="616161"/>
                </a:solidFill>
                <a:latin typeface="Segoe UI"/>
                <a:cs typeface="Segoe UI"/>
              </a:rPr>
              <a:t>3M</a:t>
            </a:r>
            <a:endParaRPr sz="1425" baseline="-40935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3324529" y="3094070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5722550" y="3271923"/>
            <a:ext cx="1987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5919682" y="3561441"/>
            <a:ext cx="1987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7693864" y="3418341"/>
            <a:ext cx="5930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400" algn="l"/>
              </a:tabLst>
            </a:pP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7M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4704449" y="3171028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2733135" y="1659890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4310186" y="3026519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12M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5098712" y="3228823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2536004" y="1917272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4113056" y="3237751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13M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3717004" y="2807840"/>
            <a:ext cx="266065" cy="318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15M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507317" y="3300769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12M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4901580" y="3478252"/>
            <a:ext cx="2641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10M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5302887" y="3524522"/>
            <a:ext cx="4470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r>
              <a:rPr sz="950" spc="-6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37" baseline="-8771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endParaRPr sz="1425" baseline="-8771">
              <a:latin typeface="Segoe UI"/>
              <a:cs typeface="Segoe U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6116811" y="3294526"/>
            <a:ext cx="3962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r>
              <a:rPr sz="1425" spc="-97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6485675" y="3409246"/>
            <a:ext cx="10382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25" spc="-15" baseline="40935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r>
              <a:rPr sz="1425" spc="-97" baseline="4093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0467" dirty="0">
                <a:solidFill>
                  <a:srgbClr val="616161"/>
                </a:solidFill>
                <a:latin typeface="Segoe UI"/>
                <a:cs typeface="Segoe UI"/>
              </a:rPr>
              <a:t>8M</a:t>
            </a:r>
            <a:r>
              <a:rPr sz="1425" spc="-89" baseline="20467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7M</a:t>
            </a:r>
            <a:r>
              <a:rPr sz="1425" spc="-89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7M</a:t>
            </a:r>
            <a:r>
              <a:rPr sz="950" spc="-6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2141742" y="1103053"/>
            <a:ext cx="461009" cy="3708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32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37M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38M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2930268" y="2276638"/>
            <a:ext cx="461009" cy="3460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22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22M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23M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2148787" y="3493294"/>
            <a:ext cx="447040" cy="4191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6M</a:t>
            </a:r>
            <a:r>
              <a:rPr sz="950" spc="-6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37" baseline="-11695" dirty="0">
                <a:solidFill>
                  <a:srgbClr val="616161"/>
                </a:solidFill>
                <a:latin typeface="Segoe UI"/>
                <a:cs typeface="Segoe UI"/>
              </a:rPr>
              <a:t>5M</a:t>
            </a:r>
            <a:endParaRPr sz="1425" baseline="-11695">
              <a:latin typeface="Segoe UI"/>
              <a:cs typeface="Segoe UI"/>
            </a:endParaRPr>
          </a:p>
          <a:p>
            <a:pPr marL="71755">
              <a:lnSpc>
                <a:spcPct val="100000"/>
              </a:lnSpc>
              <a:spcBef>
                <a:spcPts val="409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5M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2903023" y="3811730"/>
            <a:ext cx="4470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4M</a:t>
            </a:r>
            <a:r>
              <a:rPr sz="950" spc="-6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37" baseline="-23391" dirty="0">
                <a:solidFill>
                  <a:srgbClr val="616161"/>
                </a:solidFill>
                <a:latin typeface="Segoe UI"/>
                <a:cs typeface="Segoe UI"/>
              </a:rPr>
              <a:t>3M</a:t>
            </a:r>
            <a:endParaRPr sz="1425" baseline="-23391">
              <a:latin typeface="Segoe UI"/>
              <a:cs typeface="Segoe U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2568449" y="3259073"/>
            <a:ext cx="3962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r>
              <a:rPr sz="950" spc="-6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4514362" y="3686964"/>
            <a:ext cx="36010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994660" algn="l"/>
                <a:tab pos="3388995" algn="l"/>
              </a:tabLst>
            </a:pPr>
            <a:r>
              <a:rPr sz="1425" spc="-37" baseline="5847" dirty="0">
                <a:solidFill>
                  <a:srgbClr val="616161"/>
                </a:solidFill>
                <a:latin typeface="Segoe UI"/>
                <a:cs typeface="Segoe UI"/>
              </a:rPr>
              <a:t>4M</a:t>
            </a:r>
            <a:r>
              <a:rPr sz="1425" baseline="5847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7M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141742" y="2999141"/>
            <a:ext cx="266065" cy="4076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12M</a:t>
            </a:r>
            <a:endParaRPr sz="950">
              <a:latin typeface="Segoe UI"/>
              <a:cs typeface="Segoe UI"/>
            </a:endParaRPr>
          </a:p>
          <a:p>
            <a:pPr marL="13970">
              <a:lnSpc>
                <a:spcPct val="100000"/>
              </a:lnSpc>
              <a:spcBef>
                <a:spcPts val="365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11M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3159843" y="3466776"/>
            <a:ext cx="790575" cy="31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7M</a:t>
            </a:r>
            <a:endParaRPr sz="950">
              <a:latin typeface="Segoe UI"/>
              <a:cs typeface="Segoe UI"/>
            </a:endParaRPr>
          </a:p>
          <a:p>
            <a:pPr marL="209550">
              <a:lnSpc>
                <a:spcPct val="100000"/>
              </a:lnSpc>
              <a:spcBef>
                <a:spcPts val="30"/>
              </a:spcBef>
            </a:pPr>
            <a:r>
              <a:rPr sz="1425" spc="-15" baseline="2923" dirty="0">
                <a:solidFill>
                  <a:srgbClr val="616161"/>
                </a:solidFill>
                <a:latin typeface="Segoe UI"/>
                <a:cs typeface="Segoe UI"/>
              </a:rPr>
              <a:t>5M</a:t>
            </a:r>
            <a:r>
              <a:rPr sz="1425" spc="-97" baseline="2923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15" baseline="5847" dirty="0">
                <a:solidFill>
                  <a:srgbClr val="616161"/>
                </a:solidFill>
                <a:latin typeface="Segoe UI"/>
                <a:cs typeface="Segoe UI"/>
              </a:rPr>
              <a:t>5M</a:t>
            </a:r>
            <a:r>
              <a:rPr sz="1425" spc="-89" baseline="5847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5M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3922968" y="3629795"/>
            <a:ext cx="4470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5M</a:t>
            </a:r>
            <a:r>
              <a:rPr sz="950" spc="-6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425" spc="-37" baseline="-14619" dirty="0">
                <a:solidFill>
                  <a:srgbClr val="616161"/>
                </a:solidFill>
                <a:latin typeface="Segoe UI"/>
                <a:cs typeface="Segoe UI"/>
              </a:rPr>
              <a:t>4M</a:t>
            </a:r>
            <a:endParaRPr sz="1425" baseline="-14619">
              <a:latin typeface="Segoe UI"/>
              <a:cs typeface="Segoe U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2962712" y="3425107"/>
            <a:ext cx="1987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7M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11765279" y="4851400"/>
            <a:ext cx="6579870" cy="269240"/>
            <a:chOff x="11765279" y="4851400"/>
            <a:chExt cx="6579870" cy="269240"/>
          </a:xfrm>
        </p:grpSpPr>
        <p:sp>
          <p:nvSpPr>
            <p:cNvPr id="105" name="object 105"/>
            <p:cNvSpPr/>
            <p:nvPr/>
          </p:nvSpPr>
          <p:spPr>
            <a:xfrm>
              <a:off x="12115800" y="4851400"/>
              <a:ext cx="6229350" cy="73025"/>
            </a:xfrm>
            <a:custGeom>
              <a:avLst/>
              <a:gdLst/>
              <a:ahLst/>
              <a:cxnLst/>
              <a:rect l="l" t="t" r="r" b="b"/>
              <a:pathLst>
                <a:path w="6229350" h="73025">
                  <a:moveTo>
                    <a:pt x="6206492" y="73024"/>
                  </a:moveTo>
                  <a:lnTo>
                    <a:pt x="22855" y="73024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6196300" y="0"/>
                  </a:lnTo>
                  <a:lnTo>
                    <a:pt x="6228381" y="28187"/>
                  </a:lnTo>
                  <a:lnTo>
                    <a:pt x="6229349" y="33047"/>
                  </a:lnTo>
                  <a:lnTo>
                    <a:pt x="6229349" y="43152"/>
                  </a:lnTo>
                  <a:lnTo>
                    <a:pt x="6206492" y="73024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2115800" y="4851400"/>
              <a:ext cx="2294255" cy="73025"/>
            </a:xfrm>
            <a:custGeom>
              <a:avLst/>
              <a:gdLst/>
              <a:ahLst/>
              <a:cxnLst/>
              <a:rect l="l" t="t" r="r" b="b"/>
              <a:pathLst>
                <a:path w="2294255" h="73025">
                  <a:moveTo>
                    <a:pt x="2271385" y="73024"/>
                  </a:moveTo>
                  <a:lnTo>
                    <a:pt x="22855" y="73024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261193" y="0"/>
                  </a:lnTo>
                  <a:lnTo>
                    <a:pt x="2293274" y="28187"/>
                  </a:lnTo>
                  <a:lnTo>
                    <a:pt x="2294241" y="33047"/>
                  </a:lnTo>
                  <a:lnTo>
                    <a:pt x="2294241" y="43152"/>
                  </a:lnTo>
                  <a:lnTo>
                    <a:pt x="2271385" y="73024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2115800" y="4851400"/>
              <a:ext cx="2294255" cy="73025"/>
            </a:xfrm>
            <a:custGeom>
              <a:avLst/>
              <a:gdLst/>
              <a:ahLst/>
              <a:cxnLst/>
              <a:rect l="l" t="t" r="r" b="b"/>
              <a:pathLst>
                <a:path w="2294255" h="73025">
                  <a:moveTo>
                    <a:pt x="22855" y="73024"/>
                  </a:move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2256141" y="0"/>
                  </a:lnTo>
                  <a:lnTo>
                    <a:pt x="2261193" y="0"/>
                  </a:lnTo>
                  <a:lnTo>
                    <a:pt x="2266053" y="966"/>
                  </a:lnTo>
                  <a:lnTo>
                    <a:pt x="2293274" y="28187"/>
                  </a:lnTo>
                  <a:lnTo>
                    <a:pt x="2294241" y="38099"/>
                  </a:lnTo>
                  <a:lnTo>
                    <a:pt x="2294241" y="43152"/>
                  </a:lnTo>
                  <a:lnTo>
                    <a:pt x="2275389" y="71366"/>
                  </a:lnTo>
                  <a:lnTo>
                    <a:pt x="2271385" y="73024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65279" y="5025389"/>
              <a:ext cx="95249" cy="95249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11868694" y="4968874"/>
            <a:ext cx="6184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apple_pay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10" name="object 1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36804" y="5025389"/>
            <a:ext cx="95249" cy="95249"/>
          </a:xfrm>
          <a:prstGeom prst="rect">
            <a:avLst/>
          </a:prstGeom>
        </p:spPr>
      </p:pic>
      <p:sp>
        <p:nvSpPr>
          <p:cNvPr id="111" name="object 111"/>
          <p:cNvSpPr txBox="1"/>
          <p:nvPr/>
        </p:nvSpPr>
        <p:spPr>
          <a:xfrm>
            <a:off x="12638433" y="4968874"/>
            <a:ext cx="8185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bank_transfer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12" name="object 1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08355" y="5025389"/>
            <a:ext cx="95249" cy="95249"/>
          </a:xfrm>
          <a:prstGeom prst="rect">
            <a:avLst/>
          </a:prstGeom>
        </p:spPr>
      </p:pic>
      <p:sp>
        <p:nvSpPr>
          <p:cNvPr id="113" name="object 113"/>
          <p:cNvSpPr txBox="1"/>
          <p:nvPr/>
        </p:nvSpPr>
        <p:spPr>
          <a:xfrm>
            <a:off x="13608050" y="4968874"/>
            <a:ext cx="4076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boleto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14" name="object 1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60805" y="5025389"/>
            <a:ext cx="95249" cy="95249"/>
          </a:xfrm>
          <a:prstGeom prst="rect">
            <a:avLst/>
          </a:prstGeom>
        </p:spPr>
      </p:pic>
      <p:sp>
        <p:nvSpPr>
          <p:cNvPr id="115" name="object 115"/>
          <p:cNvSpPr txBox="1"/>
          <p:nvPr/>
        </p:nvSpPr>
        <p:spPr>
          <a:xfrm>
            <a:off x="14166899" y="4968874"/>
            <a:ext cx="6692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credit_card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16" name="object 1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879955" y="5025389"/>
            <a:ext cx="95249" cy="95249"/>
          </a:xfrm>
          <a:prstGeom prst="rect">
            <a:avLst/>
          </a:prstGeom>
        </p:spPr>
      </p:pic>
      <p:sp>
        <p:nvSpPr>
          <p:cNvPr id="117" name="object 117"/>
          <p:cNvSpPr txBox="1"/>
          <p:nvPr/>
        </p:nvSpPr>
        <p:spPr>
          <a:xfrm>
            <a:off x="14987240" y="4968874"/>
            <a:ext cx="6394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debit_card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18" name="object 1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670530" y="5025389"/>
            <a:ext cx="95249" cy="95249"/>
          </a:xfrm>
          <a:prstGeom prst="rect">
            <a:avLst/>
          </a:prstGeom>
        </p:spPr>
      </p:pic>
      <p:sp>
        <p:nvSpPr>
          <p:cNvPr id="119" name="object 119"/>
          <p:cNvSpPr txBox="1"/>
          <p:nvPr/>
        </p:nvSpPr>
        <p:spPr>
          <a:xfrm>
            <a:off x="15778112" y="4968874"/>
            <a:ext cx="4152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paypal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20" name="object 1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242030" y="5025389"/>
            <a:ext cx="95249" cy="95249"/>
          </a:xfrm>
          <a:prstGeom prst="rect">
            <a:avLst/>
          </a:prstGeom>
        </p:spPr>
      </p:pic>
      <p:sp>
        <p:nvSpPr>
          <p:cNvPr id="121" name="object 121"/>
          <p:cNvSpPr txBox="1"/>
          <p:nvPr/>
        </p:nvSpPr>
        <p:spPr>
          <a:xfrm>
            <a:off x="16344403" y="4968874"/>
            <a:ext cx="4965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voucher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323849" y="5372099"/>
            <a:ext cx="6515100" cy="5143500"/>
            <a:chOff x="323849" y="5372099"/>
            <a:chExt cx="6515100" cy="5143500"/>
          </a:xfrm>
        </p:grpSpPr>
        <p:sp>
          <p:nvSpPr>
            <p:cNvPr id="123" name="object 123"/>
            <p:cNvSpPr/>
            <p:nvPr/>
          </p:nvSpPr>
          <p:spPr>
            <a:xfrm>
              <a:off x="328612" y="5376862"/>
              <a:ext cx="6505575" cy="5133975"/>
            </a:xfrm>
            <a:custGeom>
              <a:avLst/>
              <a:gdLst/>
              <a:ahLst/>
              <a:cxnLst/>
              <a:rect l="l" t="t" r="r" b="b"/>
              <a:pathLst>
                <a:path w="6505575" h="5133975">
                  <a:moveTo>
                    <a:pt x="6438826" y="5133974"/>
                  </a:moveTo>
                  <a:lnTo>
                    <a:pt x="66746" y="5133974"/>
                  </a:lnTo>
                  <a:lnTo>
                    <a:pt x="62101" y="5133516"/>
                  </a:lnTo>
                  <a:lnTo>
                    <a:pt x="24240" y="5116367"/>
                  </a:lnTo>
                  <a:lnTo>
                    <a:pt x="2287" y="5081073"/>
                  </a:lnTo>
                  <a:lnTo>
                    <a:pt x="0" y="5067228"/>
                  </a:lnTo>
                  <a:lnTo>
                    <a:pt x="0" y="5062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6438826" y="0"/>
                  </a:lnTo>
                  <a:lnTo>
                    <a:pt x="6477725" y="14645"/>
                  </a:lnTo>
                  <a:lnTo>
                    <a:pt x="6501930" y="48433"/>
                  </a:lnTo>
                  <a:lnTo>
                    <a:pt x="6505573" y="66746"/>
                  </a:lnTo>
                  <a:lnTo>
                    <a:pt x="6505573" y="5067228"/>
                  </a:lnTo>
                  <a:lnTo>
                    <a:pt x="6490928" y="5106125"/>
                  </a:lnTo>
                  <a:lnTo>
                    <a:pt x="6457140" y="5130331"/>
                  </a:lnTo>
                  <a:lnTo>
                    <a:pt x="6443472" y="5133516"/>
                  </a:lnTo>
                  <a:lnTo>
                    <a:pt x="6438826" y="5133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28612" y="5376862"/>
              <a:ext cx="6505575" cy="5133975"/>
            </a:xfrm>
            <a:custGeom>
              <a:avLst/>
              <a:gdLst/>
              <a:ahLst/>
              <a:cxnLst/>
              <a:rect l="l" t="t" r="r" b="b"/>
              <a:pathLst>
                <a:path w="6505575" h="5133975">
                  <a:moveTo>
                    <a:pt x="0" y="5062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434136" y="0"/>
                  </a:lnTo>
                  <a:lnTo>
                    <a:pt x="6438826" y="0"/>
                  </a:lnTo>
                  <a:lnTo>
                    <a:pt x="6443472" y="457"/>
                  </a:lnTo>
                  <a:lnTo>
                    <a:pt x="6481334" y="17606"/>
                  </a:lnTo>
                  <a:lnTo>
                    <a:pt x="6484650" y="20923"/>
                  </a:lnTo>
                  <a:lnTo>
                    <a:pt x="6487967" y="24240"/>
                  </a:lnTo>
                  <a:lnTo>
                    <a:pt x="6490928" y="27848"/>
                  </a:lnTo>
                  <a:lnTo>
                    <a:pt x="6493533" y="31748"/>
                  </a:lnTo>
                  <a:lnTo>
                    <a:pt x="6496140" y="35649"/>
                  </a:lnTo>
                  <a:lnTo>
                    <a:pt x="6505574" y="71437"/>
                  </a:lnTo>
                  <a:lnTo>
                    <a:pt x="6505574" y="5062537"/>
                  </a:lnTo>
                  <a:lnTo>
                    <a:pt x="6493533" y="5102224"/>
                  </a:lnTo>
                  <a:lnTo>
                    <a:pt x="6490928" y="5106125"/>
                  </a:lnTo>
                  <a:lnTo>
                    <a:pt x="6487967" y="5109734"/>
                  </a:lnTo>
                  <a:lnTo>
                    <a:pt x="6484650" y="5113050"/>
                  </a:lnTo>
                  <a:lnTo>
                    <a:pt x="6481334" y="5116367"/>
                  </a:lnTo>
                  <a:lnTo>
                    <a:pt x="6477725" y="5119328"/>
                  </a:lnTo>
                  <a:lnTo>
                    <a:pt x="6473825" y="5121934"/>
                  </a:lnTo>
                  <a:lnTo>
                    <a:pt x="6469924" y="5124540"/>
                  </a:lnTo>
                  <a:lnTo>
                    <a:pt x="6465807" y="5126741"/>
                  </a:lnTo>
                  <a:lnTo>
                    <a:pt x="6461474" y="5128536"/>
                  </a:lnTo>
                  <a:lnTo>
                    <a:pt x="6457140" y="5130331"/>
                  </a:lnTo>
                  <a:lnTo>
                    <a:pt x="6452673" y="5131686"/>
                  </a:lnTo>
                  <a:lnTo>
                    <a:pt x="6448072" y="5132601"/>
                  </a:lnTo>
                  <a:lnTo>
                    <a:pt x="6443472" y="5133516"/>
                  </a:lnTo>
                  <a:lnTo>
                    <a:pt x="6438826" y="5133974"/>
                  </a:lnTo>
                  <a:lnTo>
                    <a:pt x="6434136" y="5133974"/>
                  </a:lnTo>
                  <a:lnTo>
                    <a:pt x="71437" y="5133974"/>
                  </a:lnTo>
                  <a:lnTo>
                    <a:pt x="66746" y="5133974"/>
                  </a:lnTo>
                  <a:lnTo>
                    <a:pt x="62101" y="5133516"/>
                  </a:lnTo>
                  <a:lnTo>
                    <a:pt x="57500" y="5132601"/>
                  </a:lnTo>
                  <a:lnTo>
                    <a:pt x="52900" y="5131686"/>
                  </a:lnTo>
                  <a:lnTo>
                    <a:pt x="48433" y="5130331"/>
                  </a:lnTo>
                  <a:lnTo>
                    <a:pt x="44099" y="5128536"/>
                  </a:lnTo>
                  <a:lnTo>
                    <a:pt x="39765" y="5126741"/>
                  </a:lnTo>
                  <a:lnTo>
                    <a:pt x="35649" y="5124540"/>
                  </a:lnTo>
                  <a:lnTo>
                    <a:pt x="31748" y="5121934"/>
                  </a:lnTo>
                  <a:lnTo>
                    <a:pt x="27848" y="5119328"/>
                  </a:lnTo>
                  <a:lnTo>
                    <a:pt x="24240" y="5116367"/>
                  </a:lnTo>
                  <a:lnTo>
                    <a:pt x="20923" y="5113050"/>
                  </a:lnTo>
                  <a:lnTo>
                    <a:pt x="17606" y="5109734"/>
                  </a:lnTo>
                  <a:lnTo>
                    <a:pt x="1372" y="5076473"/>
                  </a:lnTo>
                  <a:lnTo>
                    <a:pt x="457" y="5071873"/>
                  </a:lnTo>
                  <a:lnTo>
                    <a:pt x="0" y="5067228"/>
                  </a:lnTo>
                  <a:lnTo>
                    <a:pt x="0" y="506253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473075" y="5415544"/>
            <a:ext cx="6230620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430"/>
              </a:spcBef>
            </a:pP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Actual</a:t>
            </a:r>
            <a:r>
              <a:rPr sz="2000" spc="-12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42424"/>
                </a:solidFill>
                <a:latin typeface="Tahoma"/>
                <a:cs typeface="Tahoma"/>
              </a:rPr>
              <a:t>vs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242424"/>
                </a:solidFill>
                <a:latin typeface="Tahoma"/>
                <a:cs typeface="Tahoma"/>
              </a:rPr>
              <a:t>Estimated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42424"/>
                </a:solidFill>
                <a:latin typeface="Tahoma"/>
                <a:cs typeface="Tahoma"/>
              </a:rPr>
              <a:t>Delivery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42424"/>
                </a:solidFill>
                <a:latin typeface="Tahoma"/>
                <a:cs typeface="Tahoma"/>
              </a:rPr>
              <a:t>Time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 of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avg_delivery_days,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avg_estimated_days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late_rate_pct…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728662" y="6257924"/>
            <a:ext cx="5676900" cy="3098800"/>
            <a:chOff x="728662" y="6257924"/>
            <a:chExt cx="5676900" cy="3098800"/>
          </a:xfrm>
        </p:grpSpPr>
        <p:sp>
          <p:nvSpPr>
            <p:cNvPr id="127" name="object 127"/>
            <p:cNvSpPr/>
            <p:nvPr/>
          </p:nvSpPr>
          <p:spPr>
            <a:xfrm>
              <a:off x="733424" y="9351962"/>
              <a:ext cx="5667375" cy="0"/>
            </a:xfrm>
            <a:custGeom>
              <a:avLst/>
              <a:gdLst/>
              <a:ahLst/>
              <a:cxnLst/>
              <a:rect l="l" t="t" r="r" b="b"/>
              <a:pathLst>
                <a:path w="5667375">
                  <a:moveTo>
                    <a:pt x="0" y="0"/>
                  </a:moveTo>
                  <a:lnTo>
                    <a:pt x="56673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33424" y="7031865"/>
              <a:ext cx="5667375" cy="1740535"/>
            </a:xfrm>
            <a:custGeom>
              <a:avLst/>
              <a:gdLst/>
              <a:ahLst/>
              <a:cxnLst/>
              <a:rect l="l" t="t" r="r" b="b"/>
              <a:pathLst>
                <a:path w="5667375" h="1740534">
                  <a:moveTo>
                    <a:pt x="0" y="1740072"/>
                  </a:moveTo>
                  <a:lnTo>
                    <a:pt x="80104" y="1740072"/>
                  </a:lnTo>
                </a:path>
                <a:path w="5667375" h="1740534">
                  <a:moveTo>
                    <a:pt x="175354" y="1740072"/>
                  </a:moveTo>
                  <a:lnTo>
                    <a:pt x="280364" y="1740072"/>
                  </a:lnTo>
                </a:path>
                <a:path w="5667375" h="1740534">
                  <a:moveTo>
                    <a:pt x="375614" y="1740072"/>
                  </a:moveTo>
                  <a:lnTo>
                    <a:pt x="480625" y="1740072"/>
                  </a:lnTo>
                </a:path>
                <a:path w="5667375" h="1740534">
                  <a:moveTo>
                    <a:pt x="575875" y="1740072"/>
                  </a:moveTo>
                  <a:lnTo>
                    <a:pt x="680885" y="1740072"/>
                  </a:lnTo>
                </a:path>
                <a:path w="5667375" h="1740534">
                  <a:moveTo>
                    <a:pt x="776135" y="1740072"/>
                  </a:moveTo>
                  <a:lnTo>
                    <a:pt x="881146" y="1740072"/>
                  </a:lnTo>
                </a:path>
                <a:path w="5667375" h="1740534">
                  <a:moveTo>
                    <a:pt x="976396" y="1740072"/>
                  </a:moveTo>
                  <a:lnTo>
                    <a:pt x="1081407" y="1740072"/>
                  </a:lnTo>
                </a:path>
                <a:path w="5667375" h="1740534">
                  <a:moveTo>
                    <a:pt x="1176657" y="1740072"/>
                  </a:moveTo>
                  <a:lnTo>
                    <a:pt x="1281667" y="1740072"/>
                  </a:lnTo>
                </a:path>
                <a:path w="5667375" h="1740534">
                  <a:moveTo>
                    <a:pt x="1376917" y="1740072"/>
                  </a:moveTo>
                  <a:lnTo>
                    <a:pt x="1481928" y="1740072"/>
                  </a:lnTo>
                </a:path>
                <a:path w="5667375" h="1740534">
                  <a:moveTo>
                    <a:pt x="1577178" y="1740072"/>
                  </a:moveTo>
                  <a:lnTo>
                    <a:pt x="1682188" y="1740072"/>
                  </a:lnTo>
                </a:path>
                <a:path w="5667375" h="1740534">
                  <a:moveTo>
                    <a:pt x="1777438" y="1740072"/>
                  </a:moveTo>
                  <a:lnTo>
                    <a:pt x="1882449" y="1740072"/>
                  </a:lnTo>
                </a:path>
                <a:path w="5667375" h="1740534">
                  <a:moveTo>
                    <a:pt x="1977699" y="1740072"/>
                  </a:moveTo>
                  <a:lnTo>
                    <a:pt x="2082710" y="1740072"/>
                  </a:lnTo>
                </a:path>
                <a:path w="5667375" h="1740534">
                  <a:moveTo>
                    <a:pt x="2177960" y="1740072"/>
                  </a:moveTo>
                  <a:lnTo>
                    <a:pt x="2282970" y="1740072"/>
                  </a:lnTo>
                </a:path>
                <a:path w="5667375" h="1740534">
                  <a:moveTo>
                    <a:pt x="2378220" y="1740072"/>
                  </a:moveTo>
                  <a:lnTo>
                    <a:pt x="2483231" y="1740072"/>
                  </a:lnTo>
                </a:path>
                <a:path w="5667375" h="1740534">
                  <a:moveTo>
                    <a:pt x="2578481" y="1740072"/>
                  </a:moveTo>
                  <a:lnTo>
                    <a:pt x="2683491" y="1740072"/>
                  </a:lnTo>
                </a:path>
                <a:path w="5667375" h="1740534">
                  <a:moveTo>
                    <a:pt x="2778741" y="1740072"/>
                  </a:moveTo>
                  <a:lnTo>
                    <a:pt x="2883752" y="1740072"/>
                  </a:lnTo>
                </a:path>
                <a:path w="5667375" h="1740534">
                  <a:moveTo>
                    <a:pt x="2979002" y="1740072"/>
                  </a:moveTo>
                  <a:lnTo>
                    <a:pt x="3084012" y="1740072"/>
                  </a:lnTo>
                </a:path>
                <a:path w="5667375" h="1740534">
                  <a:moveTo>
                    <a:pt x="3179262" y="1740072"/>
                  </a:moveTo>
                  <a:lnTo>
                    <a:pt x="3284273" y="1740072"/>
                  </a:lnTo>
                </a:path>
                <a:path w="5667375" h="1740534">
                  <a:moveTo>
                    <a:pt x="3379523" y="1740072"/>
                  </a:moveTo>
                  <a:lnTo>
                    <a:pt x="3484534" y="1740072"/>
                  </a:lnTo>
                </a:path>
                <a:path w="5667375" h="1740534">
                  <a:moveTo>
                    <a:pt x="3579784" y="1740072"/>
                  </a:moveTo>
                  <a:lnTo>
                    <a:pt x="3684794" y="1740072"/>
                  </a:lnTo>
                </a:path>
                <a:path w="5667375" h="1740534">
                  <a:moveTo>
                    <a:pt x="3780044" y="1740072"/>
                  </a:moveTo>
                  <a:lnTo>
                    <a:pt x="3885055" y="1740072"/>
                  </a:lnTo>
                </a:path>
                <a:path w="5667375" h="1740534">
                  <a:moveTo>
                    <a:pt x="3980305" y="1740072"/>
                  </a:moveTo>
                  <a:lnTo>
                    <a:pt x="4085315" y="1740072"/>
                  </a:lnTo>
                </a:path>
                <a:path w="5667375" h="1740534">
                  <a:moveTo>
                    <a:pt x="4180565" y="1740072"/>
                  </a:moveTo>
                  <a:lnTo>
                    <a:pt x="4285576" y="1740072"/>
                  </a:lnTo>
                </a:path>
                <a:path w="5667375" h="1740534">
                  <a:moveTo>
                    <a:pt x="4380826" y="1740072"/>
                  </a:moveTo>
                  <a:lnTo>
                    <a:pt x="4485837" y="1740072"/>
                  </a:lnTo>
                </a:path>
                <a:path w="5667375" h="1740534">
                  <a:moveTo>
                    <a:pt x="4581087" y="1740072"/>
                  </a:moveTo>
                  <a:lnTo>
                    <a:pt x="4686097" y="1740072"/>
                  </a:lnTo>
                </a:path>
                <a:path w="5667375" h="1740534">
                  <a:moveTo>
                    <a:pt x="4781347" y="1740072"/>
                  </a:moveTo>
                  <a:lnTo>
                    <a:pt x="4886358" y="1740072"/>
                  </a:lnTo>
                </a:path>
                <a:path w="5667375" h="1740534">
                  <a:moveTo>
                    <a:pt x="4981608" y="1740072"/>
                  </a:moveTo>
                  <a:lnTo>
                    <a:pt x="5086618" y="1740072"/>
                  </a:lnTo>
                </a:path>
                <a:path w="5667375" h="1740534">
                  <a:moveTo>
                    <a:pt x="5181868" y="1740072"/>
                  </a:moveTo>
                  <a:lnTo>
                    <a:pt x="5286879" y="1740072"/>
                  </a:lnTo>
                </a:path>
                <a:path w="5667375" h="1740534">
                  <a:moveTo>
                    <a:pt x="5382129" y="1740072"/>
                  </a:moveTo>
                  <a:lnTo>
                    <a:pt x="5487140" y="1740072"/>
                  </a:lnTo>
                </a:path>
                <a:path w="5667375" h="1740534">
                  <a:moveTo>
                    <a:pt x="5582390" y="1740072"/>
                  </a:moveTo>
                  <a:lnTo>
                    <a:pt x="5667374" y="1740072"/>
                  </a:lnTo>
                </a:path>
                <a:path w="5667375" h="1740534">
                  <a:moveTo>
                    <a:pt x="0" y="1160048"/>
                  </a:moveTo>
                  <a:lnTo>
                    <a:pt x="80104" y="1160048"/>
                  </a:lnTo>
                </a:path>
                <a:path w="5667375" h="1740534">
                  <a:moveTo>
                    <a:pt x="175354" y="1160048"/>
                  </a:moveTo>
                  <a:lnTo>
                    <a:pt x="280364" y="1160048"/>
                  </a:lnTo>
                </a:path>
                <a:path w="5667375" h="1740534">
                  <a:moveTo>
                    <a:pt x="375614" y="1160048"/>
                  </a:moveTo>
                  <a:lnTo>
                    <a:pt x="480625" y="1160048"/>
                  </a:lnTo>
                </a:path>
                <a:path w="5667375" h="1740534">
                  <a:moveTo>
                    <a:pt x="575875" y="1160048"/>
                  </a:moveTo>
                  <a:lnTo>
                    <a:pt x="680885" y="1160048"/>
                  </a:lnTo>
                </a:path>
                <a:path w="5667375" h="1740534">
                  <a:moveTo>
                    <a:pt x="776135" y="1160048"/>
                  </a:moveTo>
                  <a:lnTo>
                    <a:pt x="881146" y="1160048"/>
                  </a:lnTo>
                </a:path>
                <a:path w="5667375" h="1740534">
                  <a:moveTo>
                    <a:pt x="976396" y="1160048"/>
                  </a:moveTo>
                  <a:lnTo>
                    <a:pt x="1081407" y="1160048"/>
                  </a:lnTo>
                </a:path>
                <a:path w="5667375" h="1740534">
                  <a:moveTo>
                    <a:pt x="1176657" y="1160048"/>
                  </a:moveTo>
                  <a:lnTo>
                    <a:pt x="1281667" y="1160048"/>
                  </a:lnTo>
                </a:path>
                <a:path w="5667375" h="1740534">
                  <a:moveTo>
                    <a:pt x="1376917" y="1160048"/>
                  </a:moveTo>
                  <a:lnTo>
                    <a:pt x="1481928" y="1160048"/>
                  </a:lnTo>
                </a:path>
                <a:path w="5667375" h="1740534">
                  <a:moveTo>
                    <a:pt x="1577178" y="1160048"/>
                  </a:moveTo>
                  <a:lnTo>
                    <a:pt x="1682188" y="1160048"/>
                  </a:lnTo>
                </a:path>
                <a:path w="5667375" h="1740534">
                  <a:moveTo>
                    <a:pt x="1777438" y="1160048"/>
                  </a:moveTo>
                  <a:lnTo>
                    <a:pt x="1882449" y="1160048"/>
                  </a:lnTo>
                </a:path>
                <a:path w="5667375" h="1740534">
                  <a:moveTo>
                    <a:pt x="1977699" y="1160048"/>
                  </a:moveTo>
                  <a:lnTo>
                    <a:pt x="2082710" y="1160048"/>
                  </a:lnTo>
                </a:path>
                <a:path w="5667375" h="1740534">
                  <a:moveTo>
                    <a:pt x="2177960" y="1160048"/>
                  </a:moveTo>
                  <a:lnTo>
                    <a:pt x="2282970" y="1160048"/>
                  </a:lnTo>
                </a:path>
                <a:path w="5667375" h="1740534">
                  <a:moveTo>
                    <a:pt x="2378220" y="1160048"/>
                  </a:moveTo>
                  <a:lnTo>
                    <a:pt x="2483231" y="1160048"/>
                  </a:lnTo>
                </a:path>
                <a:path w="5667375" h="1740534">
                  <a:moveTo>
                    <a:pt x="2578481" y="1160048"/>
                  </a:moveTo>
                  <a:lnTo>
                    <a:pt x="2683491" y="1160048"/>
                  </a:lnTo>
                </a:path>
                <a:path w="5667375" h="1740534">
                  <a:moveTo>
                    <a:pt x="2778741" y="1160048"/>
                  </a:moveTo>
                  <a:lnTo>
                    <a:pt x="2883752" y="1160048"/>
                  </a:lnTo>
                </a:path>
                <a:path w="5667375" h="1740534">
                  <a:moveTo>
                    <a:pt x="2979002" y="1160048"/>
                  </a:moveTo>
                  <a:lnTo>
                    <a:pt x="3084012" y="1160048"/>
                  </a:lnTo>
                </a:path>
                <a:path w="5667375" h="1740534">
                  <a:moveTo>
                    <a:pt x="3179262" y="1160048"/>
                  </a:moveTo>
                  <a:lnTo>
                    <a:pt x="3284273" y="1160048"/>
                  </a:lnTo>
                </a:path>
                <a:path w="5667375" h="1740534">
                  <a:moveTo>
                    <a:pt x="3379523" y="1160048"/>
                  </a:moveTo>
                  <a:lnTo>
                    <a:pt x="3484534" y="1160048"/>
                  </a:lnTo>
                </a:path>
                <a:path w="5667375" h="1740534">
                  <a:moveTo>
                    <a:pt x="3579784" y="1160048"/>
                  </a:moveTo>
                  <a:lnTo>
                    <a:pt x="3684794" y="1160048"/>
                  </a:lnTo>
                </a:path>
                <a:path w="5667375" h="1740534">
                  <a:moveTo>
                    <a:pt x="3780044" y="1160048"/>
                  </a:moveTo>
                  <a:lnTo>
                    <a:pt x="3885055" y="1160048"/>
                  </a:lnTo>
                </a:path>
                <a:path w="5667375" h="1740534">
                  <a:moveTo>
                    <a:pt x="3980305" y="1160048"/>
                  </a:moveTo>
                  <a:lnTo>
                    <a:pt x="4085315" y="1160048"/>
                  </a:lnTo>
                </a:path>
                <a:path w="5667375" h="1740534">
                  <a:moveTo>
                    <a:pt x="4180565" y="1160048"/>
                  </a:moveTo>
                  <a:lnTo>
                    <a:pt x="4285576" y="1160048"/>
                  </a:lnTo>
                </a:path>
                <a:path w="5667375" h="1740534">
                  <a:moveTo>
                    <a:pt x="4380826" y="1160048"/>
                  </a:moveTo>
                  <a:lnTo>
                    <a:pt x="4485837" y="1160048"/>
                  </a:lnTo>
                </a:path>
                <a:path w="5667375" h="1740534">
                  <a:moveTo>
                    <a:pt x="4581087" y="1160048"/>
                  </a:moveTo>
                  <a:lnTo>
                    <a:pt x="4686097" y="1160048"/>
                  </a:lnTo>
                </a:path>
                <a:path w="5667375" h="1740534">
                  <a:moveTo>
                    <a:pt x="4781347" y="1160048"/>
                  </a:moveTo>
                  <a:lnTo>
                    <a:pt x="4886358" y="1160048"/>
                  </a:lnTo>
                </a:path>
                <a:path w="5667375" h="1740534">
                  <a:moveTo>
                    <a:pt x="4981608" y="1160048"/>
                  </a:moveTo>
                  <a:lnTo>
                    <a:pt x="5086618" y="1160048"/>
                  </a:lnTo>
                </a:path>
                <a:path w="5667375" h="1740534">
                  <a:moveTo>
                    <a:pt x="5181868" y="1160048"/>
                  </a:moveTo>
                  <a:lnTo>
                    <a:pt x="5286879" y="1160048"/>
                  </a:lnTo>
                </a:path>
                <a:path w="5667375" h="1740534">
                  <a:moveTo>
                    <a:pt x="5382129" y="1160048"/>
                  </a:moveTo>
                  <a:lnTo>
                    <a:pt x="5487140" y="1160048"/>
                  </a:lnTo>
                </a:path>
                <a:path w="5667375" h="1740534">
                  <a:moveTo>
                    <a:pt x="5582390" y="1160048"/>
                  </a:moveTo>
                  <a:lnTo>
                    <a:pt x="5667374" y="1160048"/>
                  </a:lnTo>
                </a:path>
                <a:path w="5667375" h="1740534">
                  <a:moveTo>
                    <a:pt x="0" y="580024"/>
                  </a:moveTo>
                  <a:lnTo>
                    <a:pt x="80104" y="580024"/>
                  </a:lnTo>
                </a:path>
                <a:path w="5667375" h="1740534">
                  <a:moveTo>
                    <a:pt x="175354" y="580024"/>
                  </a:moveTo>
                  <a:lnTo>
                    <a:pt x="280364" y="580024"/>
                  </a:lnTo>
                </a:path>
                <a:path w="5667375" h="1740534">
                  <a:moveTo>
                    <a:pt x="375614" y="580024"/>
                  </a:moveTo>
                  <a:lnTo>
                    <a:pt x="480625" y="580024"/>
                  </a:lnTo>
                </a:path>
                <a:path w="5667375" h="1740534">
                  <a:moveTo>
                    <a:pt x="575875" y="580024"/>
                  </a:moveTo>
                  <a:lnTo>
                    <a:pt x="680885" y="580024"/>
                  </a:lnTo>
                </a:path>
                <a:path w="5667375" h="1740534">
                  <a:moveTo>
                    <a:pt x="776135" y="580024"/>
                  </a:moveTo>
                  <a:lnTo>
                    <a:pt x="881146" y="580024"/>
                  </a:lnTo>
                </a:path>
                <a:path w="5667375" h="1740534">
                  <a:moveTo>
                    <a:pt x="976396" y="580024"/>
                  </a:moveTo>
                  <a:lnTo>
                    <a:pt x="1081407" y="580024"/>
                  </a:lnTo>
                </a:path>
                <a:path w="5667375" h="1740534">
                  <a:moveTo>
                    <a:pt x="1176657" y="580024"/>
                  </a:moveTo>
                  <a:lnTo>
                    <a:pt x="1281667" y="580024"/>
                  </a:lnTo>
                </a:path>
                <a:path w="5667375" h="1740534">
                  <a:moveTo>
                    <a:pt x="1376917" y="580024"/>
                  </a:moveTo>
                  <a:lnTo>
                    <a:pt x="1481928" y="580024"/>
                  </a:lnTo>
                </a:path>
                <a:path w="5667375" h="1740534">
                  <a:moveTo>
                    <a:pt x="1577178" y="580024"/>
                  </a:moveTo>
                  <a:lnTo>
                    <a:pt x="1682188" y="580024"/>
                  </a:lnTo>
                </a:path>
                <a:path w="5667375" h="1740534">
                  <a:moveTo>
                    <a:pt x="1777438" y="580024"/>
                  </a:moveTo>
                  <a:lnTo>
                    <a:pt x="1882449" y="580024"/>
                  </a:lnTo>
                </a:path>
                <a:path w="5667375" h="1740534">
                  <a:moveTo>
                    <a:pt x="1977699" y="580024"/>
                  </a:moveTo>
                  <a:lnTo>
                    <a:pt x="2082710" y="580024"/>
                  </a:lnTo>
                </a:path>
                <a:path w="5667375" h="1740534">
                  <a:moveTo>
                    <a:pt x="2177960" y="580024"/>
                  </a:moveTo>
                  <a:lnTo>
                    <a:pt x="2282970" y="580024"/>
                  </a:lnTo>
                </a:path>
                <a:path w="5667375" h="1740534">
                  <a:moveTo>
                    <a:pt x="2378220" y="580024"/>
                  </a:moveTo>
                  <a:lnTo>
                    <a:pt x="2483231" y="580024"/>
                  </a:lnTo>
                </a:path>
                <a:path w="5667375" h="1740534">
                  <a:moveTo>
                    <a:pt x="2578481" y="580024"/>
                  </a:moveTo>
                  <a:lnTo>
                    <a:pt x="2683491" y="580024"/>
                  </a:lnTo>
                </a:path>
                <a:path w="5667375" h="1740534">
                  <a:moveTo>
                    <a:pt x="2778741" y="580024"/>
                  </a:moveTo>
                  <a:lnTo>
                    <a:pt x="2883752" y="580024"/>
                  </a:lnTo>
                </a:path>
                <a:path w="5667375" h="1740534">
                  <a:moveTo>
                    <a:pt x="2979002" y="580024"/>
                  </a:moveTo>
                  <a:lnTo>
                    <a:pt x="3084012" y="580024"/>
                  </a:lnTo>
                </a:path>
                <a:path w="5667375" h="1740534">
                  <a:moveTo>
                    <a:pt x="3179262" y="580024"/>
                  </a:moveTo>
                  <a:lnTo>
                    <a:pt x="3284273" y="580024"/>
                  </a:lnTo>
                </a:path>
                <a:path w="5667375" h="1740534">
                  <a:moveTo>
                    <a:pt x="3379523" y="580024"/>
                  </a:moveTo>
                  <a:lnTo>
                    <a:pt x="3484534" y="580024"/>
                  </a:lnTo>
                </a:path>
                <a:path w="5667375" h="1740534">
                  <a:moveTo>
                    <a:pt x="3579784" y="580024"/>
                  </a:moveTo>
                  <a:lnTo>
                    <a:pt x="3684794" y="580024"/>
                  </a:lnTo>
                </a:path>
                <a:path w="5667375" h="1740534">
                  <a:moveTo>
                    <a:pt x="3780044" y="580024"/>
                  </a:moveTo>
                  <a:lnTo>
                    <a:pt x="3885055" y="580024"/>
                  </a:lnTo>
                </a:path>
                <a:path w="5667375" h="1740534">
                  <a:moveTo>
                    <a:pt x="3980305" y="580024"/>
                  </a:moveTo>
                  <a:lnTo>
                    <a:pt x="4085315" y="580024"/>
                  </a:lnTo>
                </a:path>
                <a:path w="5667375" h="1740534">
                  <a:moveTo>
                    <a:pt x="4180565" y="580024"/>
                  </a:moveTo>
                  <a:lnTo>
                    <a:pt x="4285576" y="580024"/>
                  </a:lnTo>
                </a:path>
                <a:path w="5667375" h="1740534">
                  <a:moveTo>
                    <a:pt x="4380826" y="580024"/>
                  </a:moveTo>
                  <a:lnTo>
                    <a:pt x="4485837" y="580024"/>
                  </a:lnTo>
                </a:path>
                <a:path w="5667375" h="1740534">
                  <a:moveTo>
                    <a:pt x="4581087" y="580024"/>
                  </a:moveTo>
                  <a:lnTo>
                    <a:pt x="4686097" y="580024"/>
                  </a:lnTo>
                </a:path>
                <a:path w="5667375" h="1740534">
                  <a:moveTo>
                    <a:pt x="4781347" y="580024"/>
                  </a:moveTo>
                  <a:lnTo>
                    <a:pt x="4886358" y="580024"/>
                  </a:lnTo>
                </a:path>
                <a:path w="5667375" h="1740534">
                  <a:moveTo>
                    <a:pt x="4981608" y="580024"/>
                  </a:moveTo>
                  <a:lnTo>
                    <a:pt x="5086618" y="580024"/>
                  </a:lnTo>
                </a:path>
                <a:path w="5667375" h="1740534">
                  <a:moveTo>
                    <a:pt x="5181868" y="580024"/>
                  </a:moveTo>
                  <a:lnTo>
                    <a:pt x="5286879" y="580024"/>
                  </a:lnTo>
                </a:path>
                <a:path w="5667375" h="1740534">
                  <a:moveTo>
                    <a:pt x="5382129" y="580024"/>
                  </a:moveTo>
                  <a:lnTo>
                    <a:pt x="5487140" y="580024"/>
                  </a:lnTo>
                </a:path>
                <a:path w="5667375" h="1740534">
                  <a:moveTo>
                    <a:pt x="5582390" y="580024"/>
                  </a:moveTo>
                  <a:lnTo>
                    <a:pt x="5667374" y="580024"/>
                  </a:lnTo>
                </a:path>
                <a:path w="5667375" h="1740534">
                  <a:moveTo>
                    <a:pt x="0" y="0"/>
                  </a:moveTo>
                  <a:lnTo>
                    <a:pt x="80104" y="0"/>
                  </a:lnTo>
                </a:path>
                <a:path w="5667375" h="1740534">
                  <a:moveTo>
                    <a:pt x="175354" y="0"/>
                  </a:moveTo>
                  <a:lnTo>
                    <a:pt x="280364" y="0"/>
                  </a:lnTo>
                </a:path>
                <a:path w="5667375" h="1740534">
                  <a:moveTo>
                    <a:pt x="375614" y="0"/>
                  </a:moveTo>
                  <a:lnTo>
                    <a:pt x="480625" y="0"/>
                  </a:lnTo>
                </a:path>
                <a:path w="5667375" h="1740534">
                  <a:moveTo>
                    <a:pt x="575875" y="0"/>
                  </a:moveTo>
                  <a:lnTo>
                    <a:pt x="680885" y="0"/>
                  </a:lnTo>
                </a:path>
                <a:path w="5667375" h="1740534">
                  <a:moveTo>
                    <a:pt x="776135" y="0"/>
                  </a:moveTo>
                  <a:lnTo>
                    <a:pt x="881146" y="0"/>
                  </a:lnTo>
                </a:path>
                <a:path w="5667375" h="1740534">
                  <a:moveTo>
                    <a:pt x="976396" y="0"/>
                  </a:moveTo>
                  <a:lnTo>
                    <a:pt x="1081407" y="0"/>
                  </a:lnTo>
                </a:path>
                <a:path w="5667375" h="1740534">
                  <a:moveTo>
                    <a:pt x="1176657" y="0"/>
                  </a:moveTo>
                  <a:lnTo>
                    <a:pt x="1281667" y="0"/>
                  </a:lnTo>
                </a:path>
                <a:path w="5667375" h="1740534">
                  <a:moveTo>
                    <a:pt x="1376917" y="0"/>
                  </a:moveTo>
                  <a:lnTo>
                    <a:pt x="1481928" y="0"/>
                  </a:lnTo>
                </a:path>
                <a:path w="5667375" h="1740534">
                  <a:moveTo>
                    <a:pt x="1577178" y="0"/>
                  </a:moveTo>
                  <a:lnTo>
                    <a:pt x="1682188" y="0"/>
                  </a:lnTo>
                </a:path>
                <a:path w="5667375" h="1740534">
                  <a:moveTo>
                    <a:pt x="1777438" y="0"/>
                  </a:moveTo>
                  <a:lnTo>
                    <a:pt x="1882449" y="0"/>
                  </a:lnTo>
                </a:path>
                <a:path w="5667375" h="1740534">
                  <a:moveTo>
                    <a:pt x="1977699" y="0"/>
                  </a:moveTo>
                  <a:lnTo>
                    <a:pt x="2082710" y="0"/>
                  </a:lnTo>
                </a:path>
                <a:path w="5667375" h="1740534">
                  <a:moveTo>
                    <a:pt x="2177960" y="0"/>
                  </a:moveTo>
                  <a:lnTo>
                    <a:pt x="2282970" y="0"/>
                  </a:lnTo>
                </a:path>
                <a:path w="5667375" h="1740534">
                  <a:moveTo>
                    <a:pt x="2378220" y="0"/>
                  </a:moveTo>
                  <a:lnTo>
                    <a:pt x="2483231" y="0"/>
                  </a:lnTo>
                </a:path>
                <a:path w="5667375" h="1740534">
                  <a:moveTo>
                    <a:pt x="2578481" y="0"/>
                  </a:moveTo>
                  <a:lnTo>
                    <a:pt x="2683491" y="0"/>
                  </a:lnTo>
                </a:path>
                <a:path w="5667375" h="1740534">
                  <a:moveTo>
                    <a:pt x="2778741" y="0"/>
                  </a:moveTo>
                  <a:lnTo>
                    <a:pt x="2883752" y="0"/>
                  </a:lnTo>
                </a:path>
                <a:path w="5667375" h="1740534">
                  <a:moveTo>
                    <a:pt x="2979002" y="0"/>
                  </a:moveTo>
                  <a:lnTo>
                    <a:pt x="3084012" y="0"/>
                  </a:lnTo>
                </a:path>
                <a:path w="5667375" h="1740534">
                  <a:moveTo>
                    <a:pt x="3179262" y="0"/>
                  </a:moveTo>
                  <a:lnTo>
                    <a:pt x="3284273" y="0"/>
                  </a:lnTo>
                </a:path>
                <a:path w="5667375" h="1740534">
                  <a:moveTo>
                    <a:pt x="3379523" y="0"/>
                  </a:moveTo>
                  <a:lnTo>
                    <a:pt x="3484534" y="0"/>
                  </a:lnTo>
                </a:path>
                <a:path w="5667375" h="1740534">
                  <a:moveTo>
                    <a:pt x="3579784" y="0"/>
                  </a:moveTo>
                  <a:lnTo>
                    <a:pt x="3684794" y="0"/>
                  </a:lnTo>
                </a:path>
                <a:path w="5667375" h="1740534">
                  <a:moveTo>
                    <a:pt x="3780044" y="0"/>
                  </a:moveTo>
                  <a:lnTo>
                    <a:pt x="3885055" y="0"/>
                  </a:lnTo>
                </a:path>
                <a:path w="5667375" h="1740534">
                  <a:moveTo>
                    <a:pt x="3980305" y="0"/>
                  </a:moveTo>
                  <a:lnTo>
                    <a:pt x="4085315" y="0"/>
                  </a:lnTo>
                </a:path>
                <a:path w="5667375" h="1740534">
                  <a:moveTo>
                    <a:pt x="4180565" y="0"/>
                  </a:moveTo>
                  <a:lnTo>
                    <a:pt x="4285576" y="0"/>
                  </a:lnTo>
                </a:path>
                <a:path w="5667375" h="1740534">
                  <a:moveTo>
                    <a:pt x="4380826" y="0"/>
                  </a:moveTo>
                  <a:lnTo>
                    <a:pt x="4485837" y="0"/>
                  </a:lnTo>
                </a:path>
                <a:path w="5667375" h="1740534">
                  <a:moveTo>
                    <a:pt x="4581087" y="0"/>
                  </a:moveTo>
                  <a:lnTo>
                    <a:pt x="4686097" y="0"/>
                  </a:lnTo>
                </a:path>
                <a:path w="5667375" h="1740534">
                  <a:moveTo>
                    <a:pt x="4781347" y="0"/>
                  </a:moveTo>
                  <a:lnTo>
                    <a:pt x="4886358" y="0"/>
                  </a:lnTo>
                </a:path>
                <a:path w="5667375" h="1740534">
                  <a:moveTo>
                    <a:pt x="4981608" y="0"/>
                  </a:moveTo>
                  <a:lnTo>
                    <a:pt x="5086618" y="0"/>
                  </a:lnTo>
                </a:path>
                <a:path w="5667375" h="1740534">
                  <a:moveTo>
                    <a:pt x="5181868" y="0"/>
                  </a:moveTo>
                  <a:lnTo>
                    <a:pt x="5286879" y="0"/>
                  </a:lnTo>
                </a:path>
                <a:path w="5667375" h="1740534">
                  <a:moveTo>
                    <a:pt x="5382129" y="0"/>
                  </a:moveTo>
                  <a:lnTo>
                    <a:pt x="5487140" y="0"/>
                  </a:lnTo>
                </a:path>
                <a:path w="5667375" h="1740534">
                  <a:moveTo>
                    <a:pt x="5582390" y="0"/>
                  </a:moveTo>
                  <a:lnTo>
                    <a:pt x="56673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33424" y="6451840"/>
              <a:ext cx="5667375" cy="0"/>
            </a:xfrm>
            <a:custGeom>
              <a:avLst/>
              <a:gdLst/>
              <a:ahLst/>
              <a:cxnLst/>
              <a:rect l="l" t="t" r="r" b="b"/>
              <a:pathLst>
                <a:path w="5667375">
                  <a:moveTo>
                    <a:pt x="0" y="0"/>
                  </a:moveTo>
                  <a:lnTo>
                    <a:pt x="56673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343649" y="935196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343649" y="8837083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343649" y="8322203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343649" y="7807325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343649" y="7292445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343649" y="6777566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343649" y="6262687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13523" y="6543484"/>
              <a:ext cx="5502910" cy="2804160"/>
            </a:xfrm>
            <a:custGeom>
              <a:avLst/>
              <a:gdLst/>
              <a:ahLst/>
              <a:cxnLst/>
              <a:rect l="l" t="t" r="r" b="b"/>
              <a:pathLst>
                <a:path w="5502910" h="2804159">
                  <a:moveTo>
                    <a:pt x="95250" y="0"/>
                  </a:moveTo>
                  <a:lnTo>
                    <a:pt x="0" y="0"/>
                  </a:lnTo>
                  <a:lnTo>
                    <a:pt x="0" y="2803715"/>
                  </a:lnTo>
                  <a:lnTo>
                    <a:pt x="95250" y="2803715"/>
                  </a:lnTo>
                  <a:lnTo>
                    <a:pt x="95250" y="0"/>
                  </a:lnTo>
                  <a:close/>
                </a:path>
                <a:path w="5502910" h="2804159">
                  <a:moveTo>
                    <a:pt x="295503" y="18897"/>
                  </a:moveTo>
                  <a:lnTo>
                    <a:pt x="200253" y="18897"/>
                  </a:lnTo>
                  <a:lnTo>
                    <a:pt x="200253" y="2803715"/>
                  </a:lnTo>
                  <a:lnTo>
                    <a:pt x="295503" y="2803715"/>
                  </a:lnTo>
                  <a:lnTo>
                    <a:pt x="295503" y="18897"/>
                  </a:lnTo>
                  <a:close/>
                </a:path>
                <a:path w="5502910" h="2804159">
                  <a:moveTo>
                    <a:pt x="495769" y="25019"/>
                  </a:moveTo>
                  <a:lnTo>
                    <a:pt x="400519" y="25019"/>
                  </a:lnTo>
                  <a:lnTo>
                    <a:pt x="400519" y="2803715"/>
                  </a:lnTo>
                  <a:lnTo>
                    <a:pt x="495769" y="2803715"/>
                  </a:lnTo>
                  <a:lnTo>
                    <a:pt x="495769" y="25019"/>
                  </a:lnTo>
                  <a:close/>
                </a:path>
                <a:path w="5502910" h="2804159">
                  <a:moveTo>
                    <a:pt x="696036" y="27876"/>
                  </a:moveTo>
                  <a:lnTo>
                    <a:pt x="600786" y="27876"/>
                  </a:lnTo>
                  <a:lnTo>
                    <a:pt x="600786" y="2803715"/>
                  </a:lnTo>
                  <a:lnTo>
                    <a:pt x="696036" y="2803715"/>
                  </a:lnTo>
                  <a:lnTo>
                    <a:pt x="696036" y="27876"/>
                  </a:lnTo>
                  <a:close/>
                </a:path>
                <a:path w="5502910" h="2804159">
                  <a:moveTo>
                    <a:pt x="896289" y="29133"/>
                  </a:moveTo>
                  <a:lnTo>
                    <a:pt x="801039" y="29133"/>
                  </a:lnTo>
                  <a:lnTo>
                    <a:pt x="801039" y="2803715"/>
                  </a:lnTo>
                  <a:lnTo>
                    <a:pt x="896289" y="2803715"/>
                  </a:lnTo>
                  <a:lnTo>
                    <a:pt x="896289" y="29133"/>
                  </a:lnTo>
                  <a:close/>
                </a:path>
                <a:path w="5502910" h="2804159">
                  <a:moveTo>
                    <a:pt x="1096556" y="31470"/>
                  </a:moveTo>
                  <a:lnTo>
                    <a:pt x="1001306" y="31470"/>
                  </a:lnTo>
                  <a:lnTo>
                    <a:pt x="1001306" y="2803715"/>
                  </a:lnTo>
                  <a:lnTo>
                    <a:pt x="1096556" y="2803715"/>
                  </a:lnTo>
                  <a:lnTo>
                    <a:pt x="1096556" y="31470"/>
                  </a:lnTo>
                  <a:close/>
                </a:path>
                <a:path w="5502910" h="2804159">
                  <a:moveTo>
                    <a:pt x="1296809" y="33197"/>
                  </a:moveTo>
                  <a:lnTo>
                    <a:pt x="1201559" y="33197"/>
                  </a:lnTo>
                  <a:lnTo>
                    <a:pt x="1201559" y="2803715"/>
                  </a:lnTo>
                  <a:lnTo>
                    <a:pt x="1296809" y="2803715"/>
                  </a:lnTo>
                  <a:lnTo>
                    <a:pt x="1296809" y="33197"/>
                  </a:lnTo>
                  <a:close/>
                </a:path>
                <a:path w="5502910" h="2804159">
                  <a:moveTo>
                    <a:pt x="1497076" y="34480"/>
                  </a:moveTo>
                  <a:lnTo>
                    <a:pt x="1401826" y="34480"/>
                  </a:lnTo>
                  <a:lnTo>
                    <a:pt x="1401826" y="2803715"/>
                  </a:lnTo>
                  <a:lnTo>
                    <a:pt x="1497076" y="2803715"/>
                  </a:lnTo>
                  <a:lnTo>
                    <a:pt x="1497076" y="34480"/>
                  </a:lnTo>
                  <a:close/>
                </a:path>
                <a:path w="5502910" h="2804159">
                  <a:moveTo>
                    <a:pt x="1697329" y="34747"/>
                  </a:moveTo>
                  <a:lnTo>
                    <a:pt x="1602079" y="34747"/>
                  </a:lnTo>
                  <a:lnTo>
                    <a:pt x="1602079" y="2803715"/>
                  </a:lnTo>
                  <a:lnTo>
                    <a:pt x="1697329" y="2803715"/>
                  </a:lnTo>
                  <a:lnTo>
                    <a:pt x="1697329" y="34747"/>
                  </a:lnTo>
                  <a:close/>
                </a:path>
                <a:path w="5502910" h="2804159">
                  <a:moveTo>
                    <a:pt x="1897595" y="35179"/>
                  </a:moveTo>
                  <a:lnTo>
                    <a:pt x="1802345" y="35179"/>
                  </a:lnTo>
                  <a:lnTo>
                    <a:pt x="1802345" y="2803715"/>
                  </a:lnTo>
                  <a:lnTo>
                    <a:pt x="1897595" y="2803715"/>
                  </a:lnTo>
                  <a:lnTo>
                    <a:pt x="1897595" y="35179"/>
                  </a:lnTo>
                  <a:close/>
                </a:path>
                <a:path w="5502910" h="2804159">
                  <a:moveTo>
                    <a:pt x="2097849" y="37452"/>
                  </a:moveTo>
                  <a:lnTo>
                    <a:pt x="2002599" y="37452"/>
                  </a:lnTo>
                  <a:lnTo>
                    <a:pt x="2002599" y="2803715"/>
                  </a:lnTo>
                  <a:lnTo>
                    <a:pt x="2097849" y="2803715"/>
                  </a:lnTo>
                  <a:lnTo>
                    <a:pt x="2097849" y="37452"/>
                  </a:lnTo>
                  <a:close/>
                </a:path>
                <a:path w="5502910" h="2804159">
                  <a:moveTo>
                    <a:pt x="2298115" y="38011"/>
                  </a:moveTo>
                  <a:lnTo>
                    <a:pt x="2202865" y="38011"/>
                  </a:lnTo>
                  <a:lnTo>
                    <a:pt x="2202865" y="2803715"/>
                  </a:lnTo>
                  <a:lnTo>
                    <a:pt x="2298115" y="2803715"/>
                  </a:lnTo>
                  <a:lnTo>
                    <a:pt x="2298115" y="38011"/>
                  </a:lnTo>
                  <a:close/>
                </a:path>
                <a:path w="5502910" h="2804159">
                  <a:moveTo>
                    <a:pt x="2498382" y="39077"/>
                  </a:moveTo>
                  <a:lnTo>
                    <a:pt x="2403132" y="39077"/>
                  </a:lnTo>
                  <a:lnTo>
                    <a:pt x="2403132" y="2803715"/>
                  </a:lnTo>
                  <a:lnTo>
                    <a:pt x="2498382" y="2803715"/>
                  </a:lnTo>
                  <a:lnTo>
                    <a:pt x="2498382" y="39077"/>
                  </a:lnTo>
                  <a:close/>
                </a:path>
                <a:path w="5502910" h="2804159">
                  <a:moveTo>
                    <a:pt x="2698635" y="39687"/>
                  </a:moveTo>
                  <a:lnTo>
                    <a:pt x="2603385" y="39687"/>
                  </a:lnTo>
                  <a:lnTo>
                    <a:pt x="2603385" y="2803715"/>
                  </a:lnTo>
                  <a:lnTo>
                    <a:pt x="2698635" y="2803715"/>
                  </a:lnTo>
                  <a:lnTo>
                    <a:pt x="2698635" y="39687"/>
                  </a:lnTo>
                  <a:close/>
                </a:path>
                <a:path w="5502910" h="2804159">
                  <a:moveTo>
                    <a:pt x="2898902" y="41084"/>
                  </a:moveTo>
                  <a:lnTo>
                    <a:pt x="2803652" y="41084"/>
                  </a:lnTo>
                  <a:lnTo>
                    <a:pt x="2803652" y="2803715"/>
                  </a:lnTo>
                  <a:lnTo>
                    <a:pt x="2898902" y="2803715"/>
                  </a:lnTo>
                  <a:lnTo>
                    <a:pt x="2898902" y="41084"/>
                  </a:lnTo>
                  <a:close/>
                </a:path>
                <a:path w="5502910" h="2804159">
                  <a:moveTo>
                    <a:pt x="3099155" y="41173"/>
                  </a:moveTo>
                  <a:lnTo>
                    <a:pt x="3003905" y="41173"/>
                  </a:lnTo>
                  <a:lnTo>
                    <a:pt x="3003905" y="2803715"/>
                  </a:lnTo>
                  <a:lnTo>
                    <a:pt x="3099155" y="2803715"/>
                  </a:lnTo>
                  <a:lnTo>
                    <a:pt x="3099155" y="41173"/>
                  </a:lnTo>
                  <a:close/>
                </a:path>
                <a:path w="5502910" h="2804159">
                  <a:moveTo>
                    <a:pt x="3299422" y="42354"/>
                  </a:moveTo>
                  <a:lnTo>
                    <a:pt x="3204172" y="42354"/>
                  </a:lnTo>
                  <a:lnTo>
                    <a:pt x="3204172" y="2803715"/>
                  </a:lnTo>
                  <a:lnTo>
                    <a:pt x="3299422" y="2803715"/>
                  </a:lnTo>
                  <a:lnTo>
                    <a:pt x="3299422" y="42354"/>
                  </a:lnTo>
                  <a:close/>
                </a:path>
                <a:path w="5502910" h="2804159">
                  <a:moveTo>
                    <a:pt x="3499675" y="42964"/>
                  </a:moveTo>
                  <a:lnTo>
                    <a:pt x="3404425" y="42964"/>
                  </a:lnTo>
                  <a:lnTo>
                    <a:pt x="3404425" y="2803715"/>
                  </a:lnTo>
                  <a:lnTo>
                    <a:pt x="3499675" y="2803715"/>
                  </a:lnTo>
                  <a:lnTo>
                    <a:pt x="3499675" y="42964"/>
                  </a:lnTo>
                  <a:close/>
                </a:path>
                <a:path w="5502910" h="2804159">
                  <a:moveTo>
                    <a:pt x="3699941" y="43688"/>
                  </a:moveTo>
                  <a:lnTo>
                    <a:pt x="3604691" y="43688"/>
                  </a:lnTo>
                  <a:lnTo>
                    <a:pt x="3604691" y="2803715"/>
                  </a:lnTo>
                  <a:lnTo>
                    <a:pt x="3699941" y="2803715"/>
                  </a:lnTo>
                  <a:lnTo>
                    <a:pt x="3699941" y="43688"/>
                  </a:lnTo>
                  <a:close/>
                </a:path>
                <a:path w="5502910" h="2804159">
                  <a:moveTo>
                    <a:pt x="3900195" y="45173"/>
                  </a:moveTo>
                  <a:lnTo>
                    <a:pt x="3804945" y="45173"/>
                  </a:lnTo>
                  <a:lnTo>
                    <a:pt x="3804945" y="2803715"/>
                  </a:lnTo>
                  <a:lnTo>
                    <a:pt x="3900195" y="2803715"/>
                  </a:lnTo>
                  <a:lnTo>
                    <a:pt x="3900195" y="45173"/>
                  </a:lnTo>
                  <a:close/>
                </a:path>
                <a:path w="5502910" h="2804159">
                  <a:moveTo>
                    <a:pt x="4100461" y="46850"/>
                  </a:moveTo>
                  <a:lnTo>
                    <a:pt x="4005211" y="46850"/>
                  </a:lnTo>
                  <a:lnTo>
                    <a:pt x="4005211" y="2803715"/>
                  </a:lnTo>
                  <a:lnTo>
                    <a:pt x="4100461" y="2803715"/>
                  </a:lnTo>
                  <a:lnTo>
                    <a:pt x="4100461" y="46850"/>
                  </a:lnTo>
                  <a:close/>
                </a:path>
                <a:path w="5502910" h="2804159">
                  <a:moveTo>
                    <a:pt x="4300715" y="49098"/>
                  </a:moveTo>
                  <a:lnTo>
                    <a:pt x="4205465" y="49098"/>
                  </a:lnTo>
                  <a:lnTo>
                    <a:pt x="4205465" y="2803715"/>
                  </a:lnTo>
                  <a:lnTo>
                    <a:pt x="4300715" y="2803715"/>
                  </a:lnTo>
                  <a:lnTo>
                    <a:pt x="4300715" y="49098"/>
                  </a:lnTo>
                  <a:close/>
                </a:path>
                <a:path w="5502910" h="2804159">
                  <a:moveTo>
                    <a:pt x="4500981" y="49530"/>
                  </a:moveTo>
                  <a:lnTo>
                    <a:pt x="4405731" y="49530"/>
                  </a:lnTo>
                  <a:lnTo>
                    <a:pt x="4405731" y="2803715"/>
                  </a:lnTo>
                  <a:lnTo>
                    <a:pt x="4500981" y="2803715"/>
                  </a:lnTo>
                  <a:lnTo>
                    <a:pt x="4500981" y="49530"/>
                  </a:lnTo>
                  <a:close/>
                </a:path>
                <a:path w="5502910" h="2804159">
                  <a:moveTo>
                    <a:pt x="4701248" y="50050"/>
                  </a:moveTo>
                  <a:lnTo>
                    <a:pt x="4605998" y="50050"/>
                  </a:lnTo>
                  <a:lnTo>
                    <a:pt x="4605998" y="2803715"/>
                  </a:lnTo>
                  <a:lnTo>
                    <a:pt x="4701248" y="2803715"/>
                  </a:lnTo>
                  <a:lnTo>
                    <a:pt x="4701248" y="50050"/>
                  </a:lnTo>
                  <a:close/>
                </a:path>
                <a:path w="5502910" h="2804159">
                  <a:moveTo>
                    <a:pt x="4901501" y="53619"/>
                  </a:moveTo>
                  <a:lnTo>
                    <a:pt x="4806251" y="53619"/>
                  </a:lnTo>
                  <a:lnTo>
                    <a:pt x="4806251" y="2803715"/>
                  </a:lnTo>
                  <a:lnTo>
                    <a:pt x="4901501" y="2803715"/>
                  </a:lnTo>
                  <a:lnTo>
                    <a:pt x="4901501" y="53619"/>
                  </a:lnTo>
                  <a:close/>
                </a:path>
                <a:path w="5502910" h="2804159">
                  <a:moveTo>
                    <a:pt x="5101768" y="53975"/>
                  </a:moveTo>
                  <a:lnTo>
                    <a:pt x="5006518" y="53975"/>
                  </a:lnTo>
                  <a:lnTo>
                    <a:pt x="5006518" y="2803715"/>
                  </a:lnTo>
                  <a:lnTo>
                    <a:pt x="5101768" y="2803715"/>
                  </a:lnTo>
                  <a:lnTo>
                    <a:pt x="5101768" y="53975"/>
                  </a:lnTo>
                  <a:close/>
                </a:path>
                <a:path w="5502910" h="2804159">
                  <a:moveTo>
                    <a:pt x="5302021" y="54292"/>
                  </a:moveTo>
                  <a:lnTo>
                    <a:pt x="5206771" y="54292"/>
                  </a:lnTo>
                  <a:lnTo>
                    <a:pt x="5206771" y="2803715"/>
                  </a:lnTo>
                  <a:lnTo>
                    <a:pt x="5302021" y="2803715"/>
                  </a:lnTo>
                  <a:lnTo>
                    <a:pt x="5302021" y="54292"/>
                  </a:lnTo>
                  <a:close/>
                </a:path>
                <a:path w="5502910" h="2804159">
                  <a:moveTo>
                    <a:pt x="5502287" y="54584"/>
                  </a:moveTo>
                  <a:lnTo>
                    <a:pt x="5407037" y="54584"/>
                  </a:lnTo>
                  <a:lnTo>
                    <a:pt x="5407037" y="2803715"/>
                  </a:lnTo>
                  <a:lnTo>
                    <a:pt x="5502287" y="2803715"/>
                  </a:lnTo>
                  <a:lnTo>
                    <a:pt x="5502287" y="5458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3424" y="6294552"/>
              <a:ext cx="5667374" cy="1060401"/>
            </a:xfrm>
            <a:prstGeom prst="rect">
              <a:avLst/>
            </a:prstGeom>
          </p:spPr>
        </p:pic>
      </p:grpSp>
      <p:sp>
        <p:nvSpPr>
          <p:cNvPr id="139" name="object 139"/>
          <p:cNvSpPr txBox="1"/>
          <p:nvPr/>
        </p:nvSpPr>
        <p:spPr>
          <a:xfrm>
            <a:off x="553591" y="9248626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553591" y="8668601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2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553591" y="8088576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553591" y="7508553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6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553591" y="6928529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8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481707" y="6348504"/>
            <a:ext cx="1695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6483349" y="9257371"/>
            <a:ext cx="1816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483349" y="8742491"/>
            <a:ext cx="1816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6483349" y="8227612"/>
            <a:ext cx="1816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9.2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6483349" y="7712733"/>
            <a:ext cx="1816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6483349" y="7197854"/>
            <a:ext cx="1816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6483349" y="6682975"/>
            <a:ext cx="1816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6483349" y="6168095"/>
            <a:ext cx="1816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753728" y="9394876"/>
            <a:ext cx="5610225" cy="510540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08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05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04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2024-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2023-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2020-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07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2022-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09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2025-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2021-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03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2019-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06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770468" y="6299418"/>
            <a:ext cx="1816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9.7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6128992" y="6697938"/>
            <a:ext cx="2470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9.47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5114251" y="7016674"/>
            <a:ext cx="506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341245" y="6696626"/>
            <a:ext cx="2470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940724" y="6892177"/>
            <a:ext cx="2470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9.49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5746978" y="6802897"/>
            <a:ext cx="2470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9.51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310603" y="7061880"/>
            <a:ext cx="506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509560" y="6967864"/>
            <a:ext cx="506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9.47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2943330" y="6571896"/>
            <a:ext cx="2470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9.49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5715033" y="7016057"/>
            <a:ext cx="506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910082" y="6983310"/>
            <a:ext cx="506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9.47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4945936" y="6762839"/>
            <a:ext cx="2470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9.51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1916627" y="6282096"/>
            <a:ext cx="2751455" cy="4368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580"/>
              </a:spcBef>
              <a:tabLst>
                <a:tab pos="467995" algn="l"/>
                <a:tab pos="868680" algn="l"/>
                <a:tab pos="1269365" algn="l"/>
                <a:tab pos="1670050" algn="l"/>
                <a:tab pos="2070100" algn="l"/>
                <a:tab pos="2470785" algn="l"/>
              </a:tabLst>
            </a:pPr>
            <a:r>
              <a:rPr sz="1425" spc="-37" baseline="5847" dirty="0">
                <a:solidFill>
                  <a:srgbClr val="616161"/>
                </a:solidFill>
                <a:latin typeface="Segoe UI"/>
                <a:cs typeface="Segoe UI"/>
              </a:rPr>
              <a:t>9.6</a:t>
            </a:r>
            <a:r>
              <a:rPr sz="1425" baseline="5847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endParaRPr sz="95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  <a:tabLst>
                <a:tab pos="438150" algn="l"/>
                <a:tab pos="1639570" algn="l"/>
                <a:tab pos="2440940" algn="l"/>
              </a:tabLst>
            </a:pPr>
            <a:r>
              <a:rPr sz="1425" spc="-30" baseline="-32163" dirty="0">
                <a:solidFill>
                  <a:srgbClr val="616161"/>
                </a:solidFill>
                <a:latin typeface="Segoe UI"/>
                <a:cs typeface="Segoe UI"/>
              </a:rPr>
              <a:t>9.48</a:t>
            </a:r>
            <a:r>
              <a:rPr sz="1425" baseline="-3216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9.50</a:t>
            </a: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425" spc="-30" baseline="-49707" dirty="0">
                <a:solidFill>
                  <a:srgbClr val="616161"/>
                </a:solidFill>
                <a:latin typeface="Segoe UI"/>
                <a:cs typeface="Segoe UI"/>
              </a:rPr>
              <a:t>9.54</a:t>
            </a:r>
            <a:r>
              <a:rPr sz="1425" baseline="-49707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425" spc="-30" baseline="-11695" dirty="0">
                <a:solidFill>
                  <a:srgbClr val="616161"/>
                </a:solidFill>
                <a:latin typeface="Segoe UI"/>
                <a:cs typeface="Segoe UI"/>
              </a:rPr>
              <a:t>9.49</a:t>
            </a:r>
            <a:endParaRPr sz="1425" baseline="-11695">
              <a:latin typeface="Segoe UI"/>
              <a:cs typeface="Segoe U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140985" y="6267714"/>
            <a:ext cx="647700" cy="4368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575"/>
              </a:spcBef>
              <a:tabLst>
                <a:tab pos="442595" algn="l"/>
              </a:tabLst>
            </a:pP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9.6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9.6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412750" algn="l"/>
              </a:tabLst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9.50</a:t>
            </a: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425" spc="-30" baseline="2923" dirty="0">
                <a:solidFill>
                  <a:srgbClr val="616161"/>
                </a:solidFill>
                <a:latin typeface="Segoe UI"/>
                <a:cs typeface="Segoe UI"/>
              </a:rPr>
              <a:t>9.50</a:t>
            </a:r>
            <a:endParaRPr sz="1425" baseline="2923">
              <a:latin typeface="Segoe UI"/>
              <a:cs typeface="Segoe UI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2967946" y="6783318"/>
            <a:ext cx="2470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9.48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4775680" y="6353714"/>
            <a:ext cx="1383665" cy="45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2750" algn="l"/>
                <a:tab pos="813435" algn="l"/>
                <a:tab pos="1214120" algn="l"/>
              </a:tabLst>
            </a:pP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9.5</a:t>
            </a:r>
            <a:endParaRPr sz="950">
              <a:latin typeface="Segoe UI"/>
              <a:cs typeface="Segoe UI"/>
            </a:endParaRPr>
          </a:p>
          <a:p>
            <a:pPr marL="783590">
              <a:lnSpc>
                <a:spcPct val="100000"/>
              </a:lnSpc>
              <a:spcBef>
                <a:spcPts val="109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9.48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4970552" y="6567378"/>
            <a:ext cx="2470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9.52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3073545" y="6899406"/>
            <a:ext cx="1187450" cy="43878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585"/>
              </a:spcBef>
              <a:tabLst>
                <a:tab pos="683260" algn="l"/>
                <a:tab pos="1083945" algn="l"/>
              </a:tabLst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9.48</a:t>
            </a: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9.48</a:t>
            </a: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425" spc="-75" baseline="-20467" dirty="0">
                <a:solidFill>
                  <a:srgbClr val="616161"/>
                </a:solidFill>
                <a:latin typeface="Segoe UI"/>
                <a:cs typeface="Segoe UI"/>
              </a:rPr>
              <a:t>9</a:t>
            </a:r>
            <a:endParaRPr sz="1425" baseline="-20467">
              <a:latin typeface="Segoe UI"/>
              <a:cs typeface="Segoe UI"/>
            </a:endParaRPr>
          </a:p>
          <a:p>
            <a:pPr marR="74295" algn="r">
              <a:lnSpc>
                <a:spcPct val="100000"/>
              </a:lnSpc>
              <a:spcBef>
                <a:spcPts val="489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9.44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4112948" y="7007407"/>
            <a:ext cx="3054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.47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497205" y="9994900"/>
            <a:ext cx="5903595" cy="269240"/>
            <a:chOff x="497205" y="9994900"/>
            <a:chExt cx="5903595" cy="269240"/>
          </a:xfrm>
        </p:grpSpPr>
        <p:sp>
          <p:nvSpPr>
            <p:cNvPr id="173" name="object 173"/>
            <p:cNvSpPr/>
            <p:nvPr/>
          </p:nvSpPr>
          <p:spPr>
            <a:xfrm>
              <a:off x="733425" y="9994900"/>
              <a:ext cx="5667375" cy="73025"/>
            </a:xfrm>
            <a:custGeom>
              <a:avLst/>
              <a:gdLst/>
              <a:ahLst/>
              <a:cxnLst/>
              <a:rect l="l" t="t" r="r" b="b"/>
              <a:pathLst>
                <a:path w="5667375" h="73025">
                  <a:moveTo>
                    <a:pt x="5644517" y="73025"/>
                  </a:moveTo>
                  <a:lnTo>
                    <a:pt x="22856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634325" y="0"/>
                  </a:lnTo>
                  <a:lnTo>
                    <a:pt x="5666406" y="28187"/>
                  </a:lnTo>
                  <a:lnTo>
                    <a:pt x="5667373" y="33047"/>
                  </a:lnTo>
                  <a:lnTo>
                    <a:pt x="5667373" y="43152"/>
                  </a:lnTo>
                  <a:lnTo>
                    <a:pt x="5644517" y="73025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33425" y="9994900"/>
              <a:ext cx="1884680" cy="73025"/>
            </a:xfrm>
            <a:custGeom>
              <a:avLst/>
              <a:gdLst/>
              <a:ahLst/>
              <a:cxnLst/>
              <a:rect l="l" t="t" r="r" b="b"/>
              <a:pathLst>
                <a:path w="1884680" h="73025">
                  <a:moveTo>
                    <a:pt x="1861764" y="73025"/>
                  </a:moveTo>
                  <a:lnTo>
                    <a:pt x="22856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851573" y="0"/>
                  </a:lnTo>
                  <a:lnTo>
                    <a:pt x="1883654" y="28187"/>
                  </a:lnTo>
                  <a:lnTo>
                    <a:pt x="1884621" y="33047"/>
                  </a:lnTo>
                  <a:lnTo>
                    <a:pt x="1884621" y="43152"/>
                  </a:lnTo>
                  <a:lnTo>
                    <a:pt x="1861764" y="73025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33425" y="9994900"/>
              <a:ext cx="1884680" cy="73025"/>
            </a:xfrm>
            <a:custGeom>
              <a:avLst/>
              <a:gdLst/>
              <a:ahLst/>
              <a:cxnLst/>
              <a:rect l="l" t="t" r="r" b="b"/>
              <a:pathLst>
                <a:path w="1884680" h="73025">
                  <a:moveTo>
                    <a:pt x="22856" y="73025"/>
                  </a:move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1846521" y="0"/>
                  </a:lnTo>
                  <a:lnTo>
                    <a:pt x="1851573" y="0"/>
                  </a:lnTo>
                  <a:lnTo>
                    <a:pt x="1856433" y="966"/>
                  </a:lnTo>
                  <a:lnTo>
                    <a:pt x="1861101" y="2900"/>
                  </a:lnTo>
                  <a:lnTo>
                    <a:pt x="1865769" y="4833"/>
                  </a:lnTo>
                  <a:lnTo>
                    <a:pt x="1869889" y="7586"/>
                  </a:lnTo>
                  <a:lnTo>
                    <a:pt x="1873462" y="11159"/>
                  </a:lnTo>
                  <a:lnTo>
                    <a:pt x="1877034" y="14731"/>
                  </a:lnTo>
                  <a:lnTo>
                    <a:pt x="1884621" y="38099"/>
                  </a:lnTo>
                  <a:lnTo>
                    <a:pt x="1884621" y="43152"/>
                  </a:lnTo>
                  <a:lnTo>
                    <a:pt x="1873462" y="65040"/>
                  </a:lnTo>
                  <a:lnTo>
                    <a:pt x="1869889" y="68613"/>
                  </a:lnTo>
                  <a:lnTo>
                    <a:pt x="1865769" y="71366"/>
                  </a:lnTo>
                  <a:lnTo>
                    <a:pt x="1861764" y="73025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6" name="object 1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205" y="10168889"/>
              <a:ext cx="95249" cy="95249"/>
            </a:xfrm>
            <a:prstGeom prst="rect">
              <a:avLst/>
            </a:prstGeom>
          </p:spPr>
        </p:pic>
      </p:grpSp>
      <p:sp>
        <p:nvSpPr>
          <p:cNvPr id="177" name="object 177"/>
          <p:cNvSpPr txBox="1"/>
          <p:nvPr/>
        </p:nvSpPr>
        <p:spPr>
          <a:xfrm>
            <a:off x="600620" y="10112374"/>
            <a:ext cx="17437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avg_delivery_days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78" name="object 17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92680" y="10168889"/>
            <a:ext cx="95249" cy="95249"/>
          </a:xfrm>
          <a:prstGeom prst="rect">
            <a:avLst/>
          </a:prstGeom>
        </p:spPr>
      </p:pic>
      <p:sp>
        <p:nvSpPr>
          <p:cNvPr id="179" name="object 179"/>
          <p:cNvSpPr txBox="1"/>
          <p:nvPr/>
        </p:nvSpPr>
        <p:spPr>
          <a:xfrm>
            <a:off x="2495798" y="10112374"/>
            <a:ext cx="186626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avg_estimated_days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6838950" y="5372099"/>
            <a:ext cx="4752975" cy="5143500"/>
            <a:chOff x="6838950" y="5372099"/>
            <a:chExt cx="4752975" cy="5143500"/>
          </a:xfrm>
        </p:grpSpPr>
        <p:sp>
          <p:nvSpPr>
            <p:cNvPr id="181" name="object 181"/>
            <p:cNvSpPr/>
            <p:nvPr/>
          </p:nvSpPr>
          <p:spPr>
            <a:xfrm>
              <a:off x="6843712" y="5376862"/>
              <a:ext cx="4743450" cy="5133975"/>
            </a:xfrm>
            <a:custGeom>
              <a:avLst/>
              <a:gdLst/>
              <a:ahLst/>
              <a:cxnLst/>
              <a:rect l="l" t="t" r="r" b="b"/>
              <a:pathLst>
                <a:path w="4743450" h="5133975">
                  <a:moveTo>
                    <a:pt x="4676702" y="5133974"/>
                  </a:moveTo>
                  <a:lnTo>
                    <a:pt x="66746" y="5133974"/>
                  </a:lnTo>
                  <a:lnTo>
                    <a:pt x="62101" y="5133516"/>
                  </a:lnTo>
                  <a:lnTo>
                    <a:pt x="24240" y="5116367"/>
                  </a:lnTo>
                  <a:lnTo>
                    <a:pt x="2287" y="5081073"/>
                  </a:lnTo>
                  <a:lnTo>
                    <a:pt x="0" y="5067228"/>
                  </a:lnTo>
                  <a:lnTo>
                    <a:pt x="0" y="5062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676702" y="0"/>
                  </a:lnTo>
                  <a:lnTo>
                    <a:pt x="4715600" y="14645"/>
                  </a:lnTo>
                  <a:lnTo>
                    <a:pt x="4739806" y="48433"/>
                  </a:lnTo>
                  <a:lnTo>
                    <a:pt x="4743449" y="66746"/>
                  </a:lnTo>
                  <a:lnTo>
                    <a:pt x="4743449" y="5067228"/>
                  </a:lnTo>
                  <a:lnTo>
                    <a:pt x="4728803" y="5106125"/>
                  </a:lnTo>
                  <a:lnTo>
                    <a:pt x="4695015" y="5130331"/>
                  </a:lnTo>
                  <a:lnTo>
                    <a:pt x="4681348" y="5133516"/>
                  </a:lnTo>
                  <a:lnTo>
                    <a:pt x="4676702" y="5133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6843712" y="5376862"/>
              <a:ext cx="4743450" cy="5133975"/>
            </a:xfrm>
            <a:custGeom>
              <a:avLst/>
              <a:gdLst/>
              <a:ahLst/>
              <a:cxnLst/>
              <a:rect l="l" t="t" r="r" b="b"/>
              <a:pathLst>
                <a:path w="4743450" h="5133975">
                  <a:moveTo>
                    <a:pt x="0" y="5062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672012" y="0"/>
                  </a:lnTo>
                  <a:lnTo>
                    <a:pt x="4676702" y="0"/>
                  </a:lnTo>
                  <a:lnTo>
                    <a:pt x="4681348" y="457"/>
                  </a:lnTo>
                  <a:lnTo>
                    <a:pt x="4719208" y="17606"/>
                  </a:lnTo>
                  <a:lnTo>
                    <a:pt x="4741161" y="52900"/>
                  </a:lnTo>
                  <a:lnTo>
                    <a:pt x="4743449" y="71437"/>
                  </a:lnTo>
                  <a:lnTo>
                    <a:pt x="4743449" y="5062537"/>
                  </a:lnTo>
                  <a:lnTo>
                    <a:pt x="4731409" y="5102224"/>
                  </a:lnTo>
                  <a:lnTo>
                    <a:pt x="4711700" y="5121934"/>
                  </a:lnTo>
                  <a:lnTo>
                    <a:pt x="4707800" y="5124540"/>
                  </a:lnTo>
                  <a:lnTo>
                    <a:pt x="4703683" y="5126741"/>
                  </a:lnTo>
                  <a:lnTo>
                    <a:pt x="4699349" y="5128536"/>
                  </a:lnTo>
                  <a:lnTo>
                    <a:pt x="4695015" y="5130331"/>
                  </a:lnTo>
                  <a:lnTo>
                    <a:pt x="4690549" y="5131686"/>
                  </a:lnTo>
                  <a:lnTo>
                    <a:pt x="4685948" y="5132601"/>
                  </a:lnTo>
                  <a:lnTo>
                    <a:pt x="4681348" y="5133516"/>
                  </a:lnTo>
                  <a:lnTo>
                    <a:pt x="4676702" y="5133974"/>
                  </a:lnTo>
                  <a:lnTo>
                    <a:pt x="4672012" y="5133974"/>
                  </a:lnTo>
                  <a:lnTo>
                    <a:pt x="71437" y="5133974"/>
                  </a:lnTo>
                  <a:lnTo>
                    <a:pt x="66746" y="5133974"/>
                  </a:lnTo>
                  <a:lnTo>
                    <a:pt x="62101" y="5133516"/>
                  </a:lnTo>
                  <a:lnTo>
                    <a:pt x="57500" y="5132601"/>
                  </a:lnTo>
                  <a:lnTo>
                    <a:pt x="52900" y="5131686"/>
                  </a:lnTo>
                  <a:lnTo>
                    <a:pt x="48433" y="5130331"/>
                  </a:lnTo>
                  <a:lnTo>
                    <a:pt x="44099" y="5128536"/>
                  </a:lnTo>
                  <a:lnTo>
                    <a:pt x="39765" y="5126741"/>
                  </a:lnTo>
                  <a:lnTo>
                    <a:pt x="35649" y="5124540"/>
                  </a:lnTo>
                  <a:lnTo>
                    <a:pt x="31748" y="5121934"/>
                  </a:lnTo>
                  <a:lnTo>
                    <a:pt x="27848" y="5119328"/>
                  </a:lnTo>
                  <a:lnTo>
                    <a:pt x="24240" y="5116367"/>
                  </a:lnTo>
                  <a:lnTo>
                    <a:pt x="20923" y="5113050"/>
                  </a:lnTo>
                  <a:lnTo>
                    <a:pt x="17606" y="5109734"/>
                  </a:lnTo>
                  <a:lnTo>
                    <a:pt x="1372" y="5076473"/>
                  </a:lnTo>
                  <a:lnTo>
                    <a:pt x="457" y="5071873"/>
                  </a:lnTo>
                  <a:lnTo>
                    <a:pt x="0" y="5067228"/>
                  </a:lnTo>
                  <a:lnTo>
                    <a:pt x="0" y="506253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3" name="object 183"/>
          <p:cNvSpPr txBox="1"/>
          <p:nvPr/>
        </p:nvSpPr>
        <p:spPr>
          <a:xfrm>
            <a:off x="6988175" y="5415544"/>
            <a:ext cx="4427220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6355" algn="ctr">
              <a:lnSpc>
                <a:spcPct val="100000"/>
              </a:lnSpc>
              <a:spcBef>
                <a:spcPts val="430"/>
              </a:spcBef>
            </a:pP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Customer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Review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42424"/>
                </a:solidFill>
                <a:latin typeface="Tahoma"/>
                <a:cs typeface="Tahoma"/>
              </a:rPr>
              <a:t>Score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42424"/>
                </a:solidFill>
                <a:latin typeface="Tahoma"/>
                <a:cs typeface="Tahoma"/>
              </a:rPr>
              <a:t>Distribution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orders,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late_rate_pct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avg_deli…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7386637" y="6271180"/>
            <a:ext cx="4048125" cy="3829050"/>
            <a:chOff x="7386637" y="6271180"/>
            <a:chExt cx="4048125" cy="3829050"/>
          </a:xfrm>
        </p:grpSpPr>
        <p:sp>
          <p:nvSpPr>
            <p:cNvPr id="185" name="object 185"/>
            <p:cNvSpPr/>
            <p:nvPr/>
          </p:nvSpPr>
          <p:spPr>
            <a:xfrm>
              <a:off x="7391400" y="10094912"/>
              <a:ext cx="4038600" cy="0"/>
            </a:xfrm>
            <a:custGeom>
              <a:avLst/>
              <a:gdLst/>
              <a:ahLst/>
              <a:cxnLst/>
              <a:rect l="l" t="t" r="r" b="b"/>
              <a:pathLst>
                <a:path w="4038600">
                  <a:moveTo>
                    <a:pt x="0" y="0"/>
                  </a:moveTo>
                  <a:lnTo>
                    <a:pt x="403859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391400" y="7039736"/>
              <a:ext cx="4038600" cy="2291715"/>
            </a:xfrm>
            <a:custGeom>
              <a:avLst/>
              <a:gdLst/>
              <a:ahLst/>
              <a:cxnLst/>
              <a:rect l="l" t="t" r="r" b="b"/>
              <a:pathLst>
                <a:path w="4038600" h="2291715">
                  <a:moveTo>
                    <a:pt x="0" y="2291381"/>
                  </a:moveTo>
                  <a:lnTo>
                    <a:pt x="967581" y="2291381"/>
                  </a:lnTo>
                </a:path>
                <a:path w="4038600" h="2291715">
                  <a:moveTo>
                    <a:pt x="1388268" y="2291381"/>
                  </a:moveTo>
                  <a:lnTo>
                    <a:pt x="2650331" y="2291381"/>
                  </a:lnTo>
                </a:path>
                <a:path w="4038600" h="2291715">
                  <a:moveTo>
                    <a:pt x="3071018" y="2291381"/>
                  </a:moveTo>
                  <a:lnTo>
                    <a:pt x="3491706" y="2291381"/>
                  </a:lnTo>
                </a:path>
                <a:path w="4038600" h="2291715">
                  <a:moveTo>
                    <a:pt x="3912393" y="2291381"/>
                  </a:moveTo>
                  <a:lnTo>
                    <a:pt x="4038599" y="2291381"/>
                  </a:lnTo>
                </a:path>
                <a:path w="4038600" h="2291715">
                  <a:moveTo>
                    <a:pt x="0" y="1527587"/>
                  </a:moveTo>
                  <a:lnTo>
                    <a:pt x="2650331" y="1527587"/>
                  </a:lnTo>
                </a:path>
                <a:path w="4038600" h="2291715">
                  <a:moveTo>
                    <a:pt x="3071018" y="1527587"/>
                  </a:moveTo>
                  <a:lnTo>
                    <a:pt x="3491706" y="1527587"/>
                  </a:lnTo>
                </a:path>
                <a:path w="4038600" h="2291715">
                  <a:moveTo>
                    <a:pt x="3912393" y="1527587"/>
                  </a:moveTo>
                  <a:lnTo>
                    <a:pt x="4038599" y="1527587"/>
                  </a:lnTo>
                </a:path>
                <a:path w="4038600" h="2291715">
                  <a:moveTo>
                    <a:pt x="0" y="763793"/>
                  </a:moveTo>
                  <a:lnTo>
                    <a:pt x="3491706" y="763793"/>
                  </a:lnTo>
                </a:path>
                <a:path w="4038600" h="2291715">
                  <a:moveTo>
                    <a:pt x="3912393" y="763793"/>
                  </a:moveTo>
                  <a:lnTo>
                    <a:pt x="4038599" y="763793"/>
                  </a:lnTo>
                </a:path>
                <a:path w="4038600" h="2291715">
                  <a:moveTo>
                    <a:pt x="0" y="0"/>
                  </a:moveTo>
                  <a:lnTo>
                    <a:pt x="3491706" y="0"/>
                  </a:lnTo>
                </a:path>
                <a:path w="4038600" h="2291715">
                  <a:moveTo>
                    <a:pt x="3912393" y="0"/>
                  </a:moveTo>
                  <a:lnTo>
                    <a:pt x="403859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391400" y="6275942"/>
              <a:ext cx="4038600" cy="0"/>
            </a:xfrm>
            <a:custGeom>
              <a:avLst/>
              <a:gdLst/>
              <a:ahLst/>
              <a:cxnLst/>
              <a:rect l="l" t="t" r="r" b="b"/>
              <a:pathLst>
                <a:path w="4038600">
                  <a:moveTo>
                    <a:pt x="0" y="0"/>
                  </a:moveTo>
                  <a:lnTo>
                    <a:pt x="403859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8" name="object 188"/>
          <p:cNvSpPr txBox="1"/>
          <p:nvPr/>
        </p:nvSpPr>
        <p:spPr>
          <a:xfrm>
            <a:off x="6991002" y="9991576"/>
            <a:ext cx="3181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0.0M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6991002" y="9227781"/>
            <a:ext cx="3181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0.1M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6991002" y="8463988"/>
            <a:ext cx="3181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0.2M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6991002" y="7700193"/>
            <a:ext cx="3181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0.3M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6991002" y="6936400"/>
            <a:ext cx="3181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0.4M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6991002" y="6172606"/>
            <a:ext cx="3181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0.5M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7684144" y="10115550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8525519" y="10115550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2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9366894" y="10115550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3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10208269" y="10115550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11049644" y="10115550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5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9" name="object 199"/>
          <p:cNvSpPr/>
          <p:nvPr/>
        </p:nvSpPr>
        <p:spPr>
          <a:xfrm>
            <a:off x="7517600" y="6505537"/>
            <a:ext cx="3786504" cy="3585210"/>
          </a:xfrm>
          <a:custGeom>
            <a:avLst/>
            <a:gdLst/>
            <a:ahLst/>
            <a:cxnLst/>
            <a:rect l="l" t="t" r="r" b="b"/>
            <a:pathLst>
              <a:path w="3786504" h="3585209">
                <a:moveTo>
                  <a:pt x="420687" y="3234740"/>
                </a:moveTo>
                <a:lnTo>
                  <a:pt x="0" y="3234740"/>
                </a:lnTo>
                <a:lnTo>
                  <a:pt x="0" y="3584613"/>
                </a:lnTo>
                <a:lnTo>
                  <a:pt x="420687" y="3584613"/>
                </a:lnTo>
                <a:lnTo>
                  <a:pt x="420687" y="3234740"/>
                </a:lnTo>
                <a:close/>
              </a:path>
              <a:path w="3786504" h="3585209">
                <a:moveTo>
                  <a:pt x="1262062" y="2703969"/>
                </a:moveTo>
                <a:lnTo>
                  <a:pt x="841375" y="2703969"/>
                </a:lnTo>
                <a:lnTo>
                  <a:pt x="841375" y="3584613"/>
                </a:lnTo>
                <a:lnTo>
                  <a:pt x="1262062" y="3584613"/>
                </a:lnTo>
                <a:lnTo>
                  <a:pt x="1262062" y="2703969"/>
                </a:lnTo>
                <a:close/>
              </a:path>
              <a:path w="3786504" h="3585209">
                <a:moveTo>
                  <a:pt x="2103437" y="3058947"/>
                </a:moveTo>
                <a:lnTo>
                  <a:pt x="1682750" y="3058947"/>
                </a:lnTo>
                <a:lnTo>
                  <a:pt x="1682750" y="3584613"/>
                </a:lnTo>
                <a:lnTo>
                  <a:pt x="2103437" y="3584613"/>
                </a:lnTo>
                <a:lnTo>
                  <a:pt x="2103437" y="3058947"/>
                </a:lnTo>
                <a:close/>
              </a:path>
              <a:path w="3786504" h="3585209">
                <a:moveTo>
                  <a:pt x="2944812" y="1793532"/>
                </a:moveTo>
                <a:lnTo>
                  <a:pt x="2524125" y="1793532"/>
                </a:lnTo>
                <a:lnTo>
                  <a:pt x="2524125" y="3584613"/>
                </a:lnTo>
                <a:lnTo>
                  <a:pt x="2944812" y="3584613"/>
                </a:lnTo>
                <a:lnTo>
                  <a:pt x="2944812" y="1793532"/>
                </a:lnTo>
                <a:close/>
              </a:path>
              <a:path w="3786504" h="3585209">
                <a:moveTo>
                  <a:pt x="3786187" y="0"/>
                </a:moveTo>
                <a:lnTo>
                  <a:pt x="3365500" y="0"/>
                </a:lnTo>
                <a:lnTo>
                  <a:pt x="3365500" y="3584613"/>
                </a:lnTo>
                <a:lnTo>
                  <a:pt x="3786187" y="3584613"/>
                </a:lnTo>
                <a:lnTo>
                  <a:pt x="3786187" y="0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 txBox="1"/>
          <p:nvPr/>
        </p:nvSpPr>
        <p:spPr>
          <a:xfrm>
            <a:off x="7550645" y="9515266"/>
            <a:ext cx="3549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0.05M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10916145" y="6280524"/>
            <a:ext cx="3549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0.47M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8779667" y="9335880"/>
            <a:ext cx="1262380" cy="228600"/>
          </a:xfrm>
          <a:prstGeom prst="rect">
            <a:avLst/>
          </a:prstGeom>
          <a:solidFill>
            <a:srgbClr val="FAFAFA">
              <a:alpha val="85998"/>
            </a:srgbClr>
          </a:solidFill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0.07M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8392021" y="8984491"/>
            <a:ext cx="3549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0.12M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10074771" y="8074056"/>
            <a:ext cx="3549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0.23M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205" name="object 205"/>
          <p:cNvGrpSpPr/>
          <p:nvPr/>
        </p:nvGrpSpPr>
        <p:grpSpPr>
          <a:xfrm>
            <a:off x="11591924" y="5372099"/>
            <a:ext cx="6915150" cy="4933950"/>
            <a:chOff x="11591924" y="5372099"/>
            <a:chExt cx="6915150" cy="4933950"/>
          </a:xfrm>
        </p:grpSpPr>
        <p:sp>
          <p:nvSpPr>
            <p:cNvPr id="206" name="object 206"/>
            <p:cNvSpPr/>
            <p:nvPr/>
          </p:nvSpPr>
          <p:spPr>
            <a:xfrm>
              <a:off x="11596686" y="5376862"/>
              <a:ext cx="6905625" cy="4924425"/>
            </a:xfrm>
            <a:custGeom>
              <a:avLst/>
              <a:gdLst/>
              <a:ahLst/>
              <a:cxnLst/>
              <a:rect l="l" t="t" r="r" b="b"/>
              <a:pathLst>
                <a:path w="6905625" h="4924425">
                  <a:moveTo>
                    <a:pt x="6838877" y="4924424"/>
                  </a:moveTo>
                  <a:lnTo>
                    <a:pt x="66746" y="4924424"/>
                  </a:lnTo>
                  <a:lnTo>
                    <a:pt x="62101" y="4923967"/>
                  </a:lnTo>
                  <a:lnTo>
                    <a:pt x="24240" y="4906817"/>
                  </a:lnTo>
                  <a:lnTo>
                    <a:pt x="2287" y="4871524"/>
                  </a:lnTo>
                  <a:lnTo>
                    <a:pt x="0" y="4857677"/>
                  </a:lnTo>
                  <a:lnTo>
                    <a:pt x="0" y="48529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6838877" y="0"/>
                  </a:lnTo>
                  <a:lnTo>
                    <a:pt x="6877774" y="14645"/>
                  </a:lnTo>
                  <a:lnTo>
                    <a:pt x="6901981" y="48433"/>
                  </a:lnTo>
                  <a:lnTo>
                    <a:pt x="6905624" y="66746"/>
                  </a:lnTo>
                  <a:lnTo>
                    <a:pt x="6905624" y="4857677"/>
                  </a:lnTo>
                  <a:lnTo>
                    <a:pt x="6890978" y="4896575"/>
                  </a:lnTo>
                  <a:lnTo>
                    <a:pt x="6857190" y="4920781"/>
                  </a:lnTo>
                  <a:lnTo>
                    <a:pt x="6843522" y="4923967"/>
                  </a:lnTo>
                  <a:lnTo>
                    <a:pt x="6838877" y="4924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11596686" y="5376862"/>
              <a:ext cx="6905625" cy="4924425"/>
            </a:xfrm>
            <a:custGeom>
              <a:avLst/>
              <a:gdLst/>
              <a:ahLst/>
              <a:cxnLst/>
              <a:rect l="l" t="t" r="r" b="b"/>
              <a:pathLst>
                <a:path w="6905625" h="4924425">
                  <a:moveTo>
                    <a:pt x="0" y="48529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834186" y="0"/>
                  </a:lnTo>
                  <a:lnTo>
                    <a:pt x="6838877" y="0"/>
                  </a:lnTo>
                  <a:lnTo>
                    <a:pt x="6843522" y="457"/>
                  </a:lnTo>
                  <a:lnTo>
                    <a:pt x="6881384" y="17606"/>
                  </a:lnTo>
                  <a:lnTo>
                    <a:pt x="6884700" y="20923"/>
                  </a:lnTo>
                  <a:lnTo>
                    <a:pt x="6888017" y="24240"/>
                  </a:lnTo>
                  <a:lnTo>
                    <a:pt x="6904251" y="57500"/>
                  </a:lnTo>
                  <a:lnTo>
                    <a:pt x="6905166" y="62101"/>
                  </a:lnTo>
                  <a:lnTo>
                    <a:pt x="6905624" y="66746"/>
                  </a:lnTo>
                  <a:lnTo>
                    <a:pt x="6905624" y="71437"/>
                  </a:lnTo>
                  <a:lnTo>
                    <a:pt x="6905624" y="4852987"/>
                  </a:lnTo>
                  <a:lnTo>
                    <a:pt x="6905624" y="4857677"/>
                  </a:lnTo>
                  <a:lnTo>
                    <a:pt x="6905166" y="4862323"/>
                  </a:lnTo>
                  <a:lnTo>
                    <a:pt x="6904251" y="4866923"/>
                  </a:lnTo>
                  <a:lnTo>
                    <a:pt x="6903336" y="4871524"/>
                  </a:lnTo>
                  <a:lnTo>
                    <a:pt x="6901981" y="4875990"/>
                  </a:lnTo>
                  <a:lnTo>
                    <a:pt x="6900185" y="4880324"/>
                  </a:lnTo>
                  <a:lnTo>
                    <a:pt x="6898390" y="4884658"/>
                  </a:lnTo>
                  <a:lnTo>
                    <a:pt x="6884700" y="4903500"/>
                  </a:lnTo>
                  <a:lnTo>
                    <a:pt x="6881384" y="4906817"/>
                  </a:lnTo>
                  <a:lnTo>
                    <a:pt x="6861524" y="4918986"/>
                  </a:lnTo>
                  <a:lnTo>
                    <a:pt x="6857190" y="4920781"/>
                  </a:lnTo>
                  <a:lnTo>
                    <a:pt x="6852722" y="4922136"/>
                  </a:lnTo>
                  <a:lnTo>
                    <a:pt x="6848122" y="4923051"/>
                  </a:lnTo>
                  <a:lnTo>
                    <a:pt x="6843522" y="4923967"/>
                  </a:lnTo>
                  <a:lnTo>
                    <a:pt x="6838877" y="4924424"/>
                  </a:lnTo>
                  <a:lnTo>
                    <a:pt x="6834186" y="4924424"/>
                  </a:lnTo>
                  <a:lnTo>
                    <a:pt x="71437" y="4924424"/>
                  </a:lnTo>
                  <a:lnTo>
                    <a:pt x="66746" y="4924424"/>
                  </a:lnTo>
                  <a:lnTo>
                    <a:pt x="62101" y="4923967"/>
                  </a:lnTo>
                  <a:lnTo>
                    <a:pt x="57500" y="4923051"/>
                  </a:lnTo>
                  <a:lnTo>
                    <a:pt x="52900" y="4922136"/>
                  </a:lnTo>
                  <a:lnTo>
                    <a:pt x="48433" y="4920781"/>
                  </a:lnTo>
                  <a:lnTo>
                    <a:pt x="44099" y="4918986"/>
                  </a:lnTo>
                  <a:lnTo>
                    <a:pt x="39765" y="4917191"/>
                  </a:lnTo>
                  <a:lnTo>
                    <a:pt x="35649" y="4914990"/>
                  </a:lnTo>
                  <a:lnTo>
                    <a:pt x="31748" y="4912384"/>
                  </a:lnTo>
                  <a:lnTo>
                    <a:pt x="27848" y="4909778"/>
                  </a:lnTo>
                  <a:lnTo>
                    <a:pt x="24240" y="4906817"/>
                  </a:lnTo>
                  <a:lnTo>
                    <a:pt x="20923" y="4903500"/>
                  </a:lnTo>
                  <a:lnTo>
                    <a:pt x="17606" y="4900184"/>
                  </a:lnTo>
                  <a:lnTo>
                    <a:pt x="14645" y="4896575"/>
                  </a:lnTo>
                  <a:lnTo>
                    <a:pt x="12039" y="4892674"/>
                  </a:lnTo>
                  <a:lnTo>
                    <a:pt x="9433" y="4888775"/>
                  </a:lnTo>
                  <a:lnTo>
                    <a:pt x="7232" y="4884658"/>
                  </a:lnTo>
                  <a:lnTo>
                    <a:pt x="5437" y="4880324"/>
                  </a:lnTo>
                  <a:lnTo>
                    <a:pt x="3642" y="4875990"/>
                  </a:lnTo>
                  <a:lnTo>
                    <a:pt x="2287" y="4871524"/>
                  </a:lnTo>
                  <a:lnTo>
                    <a:pt x="1372" y="4866923"/>
                  </a:lnTo>
                  <a:lnTo>
                    <a:pt x="457" y="4862323"/>
                  </a:lnTo>
                  <a:lnTo>
                    <a:pt x="0" y="4857677"/>
                  </a:lnTo>
                  <a:lnTo>
                    <a:pt x="0" y="485298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8" name="object 208"/>
          <p:cNvSpPr txBox="1"/>
          <p:nvPr/>
        </p:nvSpPr>
        <p:spPr>
          <a:xfrm>
            <a:off x="11741149" y="5415544"/>
            <a:ext cx="6586220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9530" algn="ctr">
              <a:lnSpc>
                <a:spcPct val="100000"/>
              </a:lnSpc>
              <a:spcBef>
                <a:spcPts val="430"/>
              </a:spcBef>
            </a:pPr>
            <a:r>
              <a:rPr sz="2000" spc="-65" dirty="0">
                <a:solidFill>
                  <a:srgbClr val="242424"/>
                </a:solidFill>
                <a:latin typeface="Tahoma"/>
                <a:cs typeface="Tahoma"/>
              </a:rPr>
              <a:t>Delivery</a:t>
            </a:r>
            <a:r>
              <a:rPr sz="2000" spc="-12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242424"/>
                </a:solidFill>
                <a:latin typeface="Tahoma"/>
                <a:cs typeface="Tahoma"/>
              </a:rPr>
              <a:t>Performance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by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Review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42424"/>
                </a:solidFill>
                <a:latin typeface="Tahoma"/>
                <a:cs typeface="Tahoma"/>
              </a:rPr>
              <a:t>Score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avg_delivery_days,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late_rate_pct,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orders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avg_estim…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09" name="object 209"/>
          <p:cNvGrpSpPr/>
          <p:nvPr/>
        </p:nvGrpSpPr>
        <p:grpSpPr>
          <a:xfrm>
            <a:off x="12063411" y="6243637"/>
            <a:ext cx="6286500" cy="3365500"/>
            <a:chOff x="12063411" y="6243637"/>
            <a:chExt cx="6286500" cy="3365500"/>
          </a:xfrm>
        </p:grpSpPr>
        <p:sp>
          <p:nvSpPr>
            <p:cNvPr id="210" name="object 210"/>
            <p:cNvSpPr/>
            <p:nvPr/>
          </p:nvSpPr>
          <p:spPr>
            <a:xfrm>
              <a:off x="12068174" y="9599612"/>
              <a:ext cx="6276975" cy="0"/>
            </a:xfrm>
            <a:custGeom>
              <a:avLst/>
              <a:gdLst/>
              <a:ahLst/>
              <a:cxnLst/>
              <a:rect l="l" t="t" r="r" b="b"/>
              <a:pathLst>
                <a:path w="6276975">
                  <a:moveTo>
                    <a:pt x="0" y="0"/>
                  </a:moveTo>
                  <a:lnTo>
                    <a:pt x="6276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2068174" y="8932227"/>
              <a:ext cx="6276975" cy="0"/>
            </a:xfrm>
            <a:custGeom>
              <a:avLst/>
              <a:gdLst/>
              <a:ahLst/>
              <a:cxnLst/>
              <a:rect l="l" t="t" r="r" b="b"/>
              <a:pathLst>
                <a:path w="6276975">
                  <a:moveTo>
                    <a:pt x="0" y="0"/>
                  </a:moveTo>
                  <a:lnTo>
                    <a:pt x="6276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12068174" y="8264842"/>
              <a:ext cx="6276975" cy="0"/>
            </a:xfrm>
            <a:custGeom>
              <a:avLst/>
              <a:gdLst/>
              <a:ahLst/>
              <a:cxnLst/>
              <a:rect l="l" t="t" r="r" b="b"/>
              <a:pathLst>
                <a:path w="6276975">
                  <a:moveTo>
                    <a:pt x="0" y="0"/>
                  </a:moveTo>
                  <a:lnTo>
                    <a:pt x="6276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12068174" y="7597456"/>
              <a:ext cx="6276975" cy="0"/>
            </a:xfrm>
            <a:custGeom>
              <a:avLst/>
              <a:gdLst/>
              <a:ahLst/>
              <a:cxnLst/>
              <a:rect l="l" t="t" r="r" b="b"/>
              <a:pathLst>
                <a:path w="6276975">
                  <a:moveTo>
                    <a:pt x="0" y="0"/>
                  </a:moveTo>
                  <a:lnTo>
                    <a:pt x="6276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12068174" y="6930072"/>
              <a:ext cx="6276975" cy="0"/>
            </a:xfrm>
            <a:custGeom>
              <a:avLst/>
              <a:gdLst/>
              <a:ahLst/>
              <a:cxnLst/>
              <a:rect l="l" t="t" r="r" b="b"/>
              <a:pathLst>
                <a:path w="6276975">
                  <a:moveTo>
                    <a:pt x="0" y="0"/>
                  </a:moveTo>
                  <a:lnTo>
                    <a:pt x="6276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2068174" y="6262687"/>
              <a:ext cx="6276975" cy="0"/>
            </a:xfrm>
            <a:custGeom>
              <a:avLst/>
              <a:gdLst/>
              <a:ahLst/>
              <a:cxnLst/>
              <a:rect l="l" t="t" r="r" b="b"/>
              <a:pathLst>
                <a:path w="6276975">
                  <a:moveTo>
                    <a:pt x="0" y="0"/>
                  </a:moveTo>
                  <a:lnTo>
                    <a:pt x="627697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2596017" y="6248400"/>
              <a:ext cx="0" cy="3355975"/>
            </a:xfrm>
            <a:custGeom>
              <a:avLst/>
              <a:gdLst/>
              <a:ahLst/>
              <a:cxnLst/>
              <a:rect l="l" t="t" r="r" b="b"/>
              <a:pathLst>
                <a:path h="3355975">
                  <a:moveTo>
                    <a:pt x="0" y="3346449"/>
                  </a:moveTo>
                  <a:lnTo>
                    <a:pt x="0" y="3355974"/>
                  </a:lnTo>
                </a:path>
                <a:path h="3355975">
                  <a:moveTo>
                    <a:pt x="0" y="0"/>
                  </a:moveTo>
                  <a:lnTo>
                    <a:pt x="0" y="2793307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7" name="object 217"/>
          <p:cNvSpPr txBox="1"/>
          <p:nvPr/>
        </p:nvSpPr>
        <p:spPr>
          <a:xfrm>
            <a:off x="11888340" y="9496276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11816456" y="8828890"/>
            <a:ext cx="1695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11816456" y="8161505"/>
            <a:ext cx="1695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11816456" y="7494120"/>
            <a:ext cx="1695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60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11816456" y="6826736"/>
            <a:ext cx="1695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80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1744572" y="6159350"/>
            <a:ext cx="2413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12547449" y="9620250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4" name="object 224"/>
          <p:cNvSpPr/>
          <p:nvPr/>
        </p:nvSpPr>
        <p:spPr>
          <a:xfrm>
            <a:off x="13903721" y="6248400"/>
            <a:ext cx="2615565" cy="3355975"/>
          </a:xfrm>
          <a:custGeom>
            <a:avLst/>
            <a:gdLst/>
            <a:ahLst/>
            <a:cxnLst/>
            <a:rect l="l" t="t" r="r" b="b"/>
            <a:pathLst>
              <a:path w="2615565" h="3355975">
                <a:moveTo>
                  <a:pt x="0" y="3346449"/>
                </a:moveTo>
                <a:lnTo>
                  <a:pt x="0" y="3355974"/>
                </a:lnTo>
              </a:path>
              <a:path w="2615565" h="3355975">
                <a:moveTo>
                  <a:pt x="0" y="0"/>
                </a:moveTo>
                <a:lnTo>
                  <a:pt x="0" y="2987489"/>
                </a:lnTo>
              </a:path>
              <a:path w="2615565" h="3355975">
                <a:moveTo>
                  <a:pt x="1307701" y="3346449"/>
                </a:moveTo>
                <a:lnTo>
                  <a:pt x="1307701" y="3355974"/>
                </a:lnTo>
              </a:path>
              <a:path w="2615565" h="3355975">
                <a:moveTo>
                  <a:pt x="1307701" y="0"/>
                </a:moveTo>
                <a:lnTo>
                  <a:pt x="1307701" y="3127448"/>
                </a:lnTo>
              </a:path>
              <a:path w="2615565" h="3355975">
                <a:moveTo>
                  <a:pt x="2615403" y="3346449"/>
                </a:moveTo>
                <a:lnTo>
                  <a:pt x="2615403" y="3355974"/>
                </a:lnTo>
              </a:path>
              <a:path w="2615565" h="3355975">
                <a:moveTo>
                  <a:pt x="2615403" y="0"/>
                </a:moveTo>
                <a:lnTo>
                  <a:pt x="2615403" y="3126381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 txBox="1"/>
          <p:nvPr/>
        </p:nvSpPr>
        <p:spPr>
          <a:xfrm>
            <a:off x="16470558" y="9620250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6" name="object 226"/>
          <p:cNvSpPr/>
          <p:nvPr/>
        </p:nvSpPr>
        <p:spPr>
          <a:xfrm>
            <a:off x="17826829" y="6248400"/>
            <a:ext cx="0" cy="3355975"/>
          </a:xfrm>
          <a:custGeom>
            <a:avLst/>
            <a:gdLst/>
            <a:ahLst/>
            <a:cxnLst/>
            <a:rect l="l" t="t" r="r" b="b"/>
            <a:pathLst>
              <a:path h="3355975">
                <a:moveTo>
                  <a:pt x="0" y="3346449"/>
                </a:moveTo>
                <a:lnTo>
                  <a:pt x="0" y="3355974"/>
                </a:lnTo>
              </a:path>
              <a:path h="3355975">
                <a:moveTo>
                  <a:pt x="0" y="0"/>
                </a:moveTo>
                <a:lnTo>
                  <a:pt x="0" y="3126479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 txBox="1"/>
          <p:nvPr/>
        </p:nvSpPr>
        <p:spPr>
          <a:xfrm>
            <a:off x="17778262" y="9620250"/>
            <a:ext cx="97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5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12264329" y="6243637"/>
            <a:ext cx="5885180" cy="3365500"/>
            <a:chOff x="12264329" y="6243637"/>
            <a:chExt cx="5885180" cy="3365500"/>
          </a:xfrm>
        </p:grpSpPr>
        <p:sp>
          <p:nvSpPr>
            <p:cNvPr id="229" name="object 229"/>
            <p:cNvSpPr/>
            <p:nvPr/>
          </p:nvSpPr>
          <p:spPr>
            <a:xfrm>
              <a:off x="12264326" y="9041713"/>
              <a:ext cx="5885180" cy="553720"/>
            </a:xfrm>
            <a:custGeom>
              <a:avLst/>
              <a:gdLst/>
              <a:ahLst/>
              <a:cxnLst/>
              <a:rect l="l" t="t" r="r" b="b"/>
              <a:pathLst>
                <a:path w="5885180" h="553720">
                  <a:moveTo>
                    <a:pt x="653846" y="0"/>
                  </a:moveTo>
                  <a:lnTo>
                    <a:pt x="0" y="0"/>
                  </a:lnTo>
                  <a:lnTo>
                    <a:pt x="0" y="553135"/>
                  </a:lnTo>
                  <a:lnTo>
                    <a:pt x="653846" y="553135"/>
                  </a:lnTo>
                  <a:lnTo>
                    <a:pt x="653846" y="0"/>
                  </a:lnTo>
                  <a:close/>
                </a:path>
                <a:path w="5885180" h="553720">
                  <a:moveTo>
                    <a:pt x="1961553" y="194183"/>
                  </a:moveTo>
                  <a:lnTo>
                    <a:pt x="1307706" y="194183"/>
                  </a:lnTo>
                  <a:lnTo>
                    <a:pt x="1307706" y="553135"/>
                  </a:lnTo>
                  <a:lnTo>
                    <a:pt x="1961553" y="553135"/>
                  </a:lnTo>
                  <a:lnTo>
                    <a:pt x="1961553" y="194183"/>
                  </a:lnTo>
                  <a:close/>
                </a:path>
                <a:path w="5885180" h="553720">
                  <a:moveTo>
                    <a:pt x="3269259" y="334137"/>
                  </a:moveTo>
                  <a:lnTo>
                    <a:pt x="2615400" y="334137"/>
                  </a:lnTo>
                  <a:lnTo>
                    <a:pt x="2615400" y="553135"/>
                  </a:lnTo>
                  <a:lnTo>
                    <a:pt x="3269259" y="553135"/>
                  </a:lnTo>
                  <a:lnTo>
                    <a:pt x="3269259" y="334137"/>
                  </a:lnTo>
                  <a:close/>
                </a:path>
                <a:path w="5885180" h="553720">
                  <a:moveTo>
                    <a:pt x="4576953" y="333070"/>
                  </a:moveTo>
                  <a:lnTo>
                    <a:pt x="3923106" y="333070"/>
                  </a:lnTo>
                  <a:lnTo>
                    <a:pt x="3923106" y="553135"/>
                  </a:lnTo>
                  <a:lnTo>
                    <a:pt x="4576953" y="553135"/>
                  </a:lnTo>
                  <a:lnTo>
                    <a:pt x="4576953" y="333070"/>
                  </a:lnTo>
                  <a:close/>
                </a:path>
                <a:path w="5885180" h="553720">
                  <a:moveTo>
                    <a:pt x="5884659" y="333171"/>
                  </a:moveTo>
                  <a:lnTo>
                    <a:pt x="5230812" y="333171"/>
                  </a:lnTo>
                  <a:lnTo>
                    <a:pt x="5230812" y="553135"/>
                  </a:lnTo>
                  <a:lnTo>
                    <a:pt x="5884659" y="553135"/>
                  </a:lnTo>
                  <a:lnTo>
                    <a:pt x="5884659" y="33317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12591255" y="6257924"/>
              <a:ext cx="5231130" cy="3336925"/>
            </a:xfrm>
            <a:custGeom>
              <a:avLst/>
              <a:gdLst/>
              <a:ahLst/>
              <a:cxnLst/>
              <a:rect l="l" t="t" r="r" b="b"/>
              <a:pathLst>
                <a:path w="5231130" h="3336925">
                  <a:moveTo>
                    <a:pt x="0" y="0"/>
                  </a:moveTo>
                  <a:lnTo>
                    <a:pt x="28428" y="45177"/>
                  </a:lnTo>
                  <a:lnTo>
                    <a:pt x="56856" y="90346"/>
                  </a:lnTo>
                  <a:lnTo>
                    <a:pt x="85284" y="135499"/>
                  </a:lnTo>
                  <a:lnTo>
                    <a:pt x="113713" y="180626"/>
                  </a:lnTo>
                  <a:lnTo>
                    <a:pt x="142141" y="225719"/>
                  </a:lnTo>
                  <a:lnTo>
                    <a:pt x="170569" y="270771"/>
                  </a:lnTo>
                  <a:lnTo>
                    <a:pt x="198998" y="315772"/>
                  </a:lnTo>
                  <a:lnTo>
                    <a:pt x="227426" y="360713"/>
                  </a:lnTo>
                  <a:lnTo>
                    <a:pt x="255854" y="405588"/>
                  </a:lnTo>
                  <a:lnTo>
                    <a:pt x="284283" y="450387"/>
                  </a:lnTo>
                  <a:lnTo>
                    <a:pt x="312711" y="495101"/>
                  </a:lnTo>
                  <a:lnTo>
                    <a:pt x="341139" y="539723"/>
                  </a:lnTo>
                  <a:lnTo>
                    <a:pt x="369568" y="584244"/>
                  </a:lnTo>
                  <a:lnTo>
                    <a:pt x="397996" y="628656"/>
                  </a:lnTo>
                  <a:lnTo>
                    <a:pt x="426424" y="672949"/>
                  </a:lnTo>
                  <a:lnTo>
                    <a:pt x="454853" y="717117"/>
                  </a:lnTo>
                  <a:lnTo>
                    <a:pt x="483281" y="761149"/>
                  </a:lnTo>
                  <a:lnTo>
                    <a:pt x="511709" y="805039"/>
                  </a:lnTo>
                  <a:lnTo>
                    <a:pt x="540138" y="848776"/>
                  </a:lnTo>
                  <a:lnTo>
                    <a:pt x="568566" y="892354"/>
                  </a:lnTo>
                  <a:lnTo>
                    <a:pt x="596994" y="935764"/>
                  </a:lnTo>
                  <a:lnTo>
                    <a:pt x="625423" y="978997"/>
                  </a:lnTo>
                  <a:lnTo>
                    <a:pt x="653851" y="1022044"/>
                  </a:lnTo>
                  <a:lnTo>
                    <a:pt x="682279" y="1064898"/>
                  </a:lnTo>
                  <a:lnTo>
                    <a:pt x="710708" y="1107549"/>
                  </a:lnTo>
                  <a:lnTo>
                    <a:pt x="739136" y="1149991"/>
                  </a:lnTo>
                  <a:lnTo>
                    <a:pt x="767564" y="1192213"/>
                  </a:lnTo>
                  <a:lnTo>
                    <a:pt x="795993" y="1234208"/>
                  </a:lnTo>
                  <a:lnTo>
                    <a:pt x="824421" y="1275967"/>
                  </a:lnTo>
                  <a:lnTo>
                    <a:pt x="852849" y="1317482"/>
                  </a:lnTo>
                  <a:lnTo>
                    <a:pt x="881278" y="1358745"/>
                  </a:lnTo>
                  <a:lnTo>
                    <a:pt x="909706" y="1399746"/>
                  </a:lnTo>
                  <a:lnTo>
                    <a:pt x="938134" y="1440478"/>
                  </a:lnTo>
                  <a:lnTo>
                    <a:pt x="966563" y="1480932"/>
                  </a:lnTo>
                  <a:lnTo>
                    <a:pt x="994991" y="1521100"/>
                  </a:lnTo>
                  <a:lnTo>
                    <a:pt x="1023419" y="1560973"/>
                  </a:lnTo>
                  <a:lnTo>
                    <a:pt x="1051848" y="1600543"/>
                  </a:lnTo>
                  <a:lnTo>
                    <a:pt x="1080276" y="1639802"/>
                  </a:lnTo>
                  <a:lnTo>
                    <a:pt x="1108704" y="1678741"/>
                  </a:lnTo>
                  <a:lnTo>
                    <a:pt x="1137133" y="1717351"/>
                  </a:lnTo>
                  <a:lnTo>
                    <a:pt x="1165561" y="1755624"/>
                  </a:lnTo>
                  <a:lnTo>
                    <a:pt x="1193989" y="1793552"/>
                  </a:lnTo>
                  <a:lnTo>
                    <a:pt x="1222418" y="1831127"/>
                  </a:lnTo>
                  <a:lnTo>
                    <a:pt x="1250846" y="1868340"/>
                  </a:lnTo>
                  <a:lnTo>
                    <a:pt x="1279274" y="1905182"/>
                  </a:lnTo>
                  <a:lnTo>
                    <a:pt x="1307702" y="1941645"/>
                  </a:lnTo>
                  <a:lnTo>
                    <a:pt x="1339598" y="1982828"/>
                  </a:lnTo>
                  <a:lnTo>
                    <a:pt x="1371493" y="2024923"/>
                  </a:lnTo>
                  <a:lnTo>
                    <a:pt x="1403388" y="2067833"/>
                  </a:lnTo>
                  <a:lnTo>
                    <a:pt x="1435283" y="2111460"/>
                  </a:lnTo>
                  <a:lnTo>
                    <a:pt x="1467178" y="2155706"/>
                  </a:lnTo>
                  <a:lnTo>
                    <a:pt x="1499074" y="2200474"/>
                  </a:lnTo>
                  <a:lnTo>
                    <a:pt x="1530969" y="2245665"/>
                  </a:lnTo>
                  <a:lnTo>
                    <a:pt x="1562864" y="2291183"/>
                  </a:lnTo>
                  <a:lnTo>
                    <a:pt x="1594759" y="2336929"/>
                  </a:lnTo>
                  <a:lnTo>
                    <a:pt x="1626654" y="2382806"/>
                  </a:lnTo>
                  <a:lnTo>
                    <a:pt x="1658550" y="2428717"/>
                  </a:lnTo>
                  <a:lnTo>
                    <a:pt x="1690445" y="2474563"/>
                  </a:lnTo>
                  <a:lnTo>
                    <a:pt x="1722340" y="2520246"/>
                  </a:lnTo>
                  <a:lnTo>
                    <a:pt x="1754235" y="2565670"/>
                  </a:lnTo>
                  <a:lnTo>
                    <a:pt x="1786130" y="2610736"/>
                  </a:lnTo>
                  <a:lnTo>
                    <a:pt x="1818026" y="2655347"/>
                  </a:lnTo>
                  <a:lnTo>
                    <a:pt x="1849921" y="2699405"/>
                  </a:lnTo>
                  <a:lnTo>
                    <a:pt x="1881816" y="2742812"/>
                  </a:lnTo>
                  <a:lnTo>
                    <a:pt x="1913711" y="2785471"/>
                  </a:lnTo>
                  <a:lnTo>
                    <a:pt x="1945606" y="2827284"/>
                  </a:lnTo>
                  <a:lnTo>
                    <a:pt x="1977502" y="2868153"/>
                  </a:lnTo>
                  <a:lnTo>
                    <a:pt x="2009397" y="2907981"/>
                  </a:lnTo>
                  <a:lnTo>
                    <a:pt x="2041292" y="2946669"/>
                  </a:lnTo>
                  <a:lnTo>
                    <a:pt x="2073187" y="2984121"/>
                  </a:lnTo>
                  <a:lnTo>
                    <a:pt x="2105082" y="3020239"/>
                  </a:lnTo>
                  <a:lnTo>
                    <a:pt x="2136978" y="3054924"/>
                  </a:lnTo>
                  <a:lnTo>
                    <a:pt x="2168873" y="3088080"/>
                  </a:lnTo>
                  <a:lnTo>
                    <a:pt x="2200768" y="3119608"/>
                  </a:lnTo>
                  <a:lnTo>
                    <a:pt x="2232663" y="3149411"/>
                  </a:lnTo>
                  <a:lnTo>
                    <a:pt x="2264558" y="3177391"/>
                  </a:lnTo>
                  <a:lnTo>
                    <a:pt x="2296454" y="3203451"/>
                  </a:lnTo>
                  <a:lnTo>
                    <a:pt x="2328349" y="3227492"/>
                  </a:lnTo>
                  <a:lnTo>
                    <a:pt x="2360244" y="3249417"/>
                  </a:lnTo>
                  <a:lnTo>
                    <a:pt x="2424034" y="3286529"/>
                  </a:lnTo>
                  <a:lnTo>
                    <a:pt x="2487825" y="3314006"/>
                  </a:lnTo>
                  <a:lnTo>
                    <a:pt x="2551615" y="3331064"/>
                  </a:lnTo>
                  <a:lnTo>
                    <a:pt x="2615406" y="3336924"/>
                  </a:lnTo>
                  <a:lnTo>
                    <a:pt x="2665702" y="3336924"/>
                  </a:lnTo>
                  <a:lnTo>
                    <a:pt x="2715998" y="3336924"/>
                  </a:lnTo>
                  <a:lnTo>
                    <a:pt x="5180515" y="3336924"/>
                  </a:lnTo>
                  <a:lnTo>
                    <a:pt x="5230811" y="3336924"/>
                  </a:lnTo>
                </a:path>
              </a:pathLst>
            </a:custGeom>
            <a:ln w="28574">
              <a:solidFill>
                <a:srgbClr val="1223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12450051" y="8792787"/>
              <a:ext cx="282575" cy="191770"/>
            </a:xfrm>
            <a:custGeom>
              <a:avLst/>
              <a:gdLst/>
              <a:ahLst/>
              <a:cxnLst/>
              <a:rect l="l" t="t" r="r" b="b"/>
              <a:pathLst>
                <a:path w="282575" h="191770">
                  <a:moveTo>
                    <a:pt x="249359" y="191769"/>
                  </a:moveTo>
                  <a:lnTo>
                    <a:pt x="33047" y="191769"/>
                  </a:lnTo>
                  <a:lnTo>
                    <a:pt x="28187" y="190803"/>
                  </a:lnTo>
                  <a:lnTo>
                    <a:pt x="966" y="163582"/>
                  </a:lnTo>
                  <a:lnTo>
                    <a:pt x="0" y="15872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8099" y="0"/>
                  </a:lnTo>
                  <a:lnTo>
                    <a:pt x="249359" y="0"/>
                  </a:lnTo>
                  <a:lnTo>
                    <a:pt x="281440" y="28187"/>
                  </a:lnTo>
                  <a:lnTo>
                    <a:pt x="282407" y="33047"/>
                  </a:lnTo>
                  <a:lnTo>
                    <a:pt x="282407" y="158722"/>
                  </a:lnTo>
                  <a:lnTo>
                    <a:pt x="254219" y="190803"/>
                  </a:lnTo>
                  <a:lnTo>
                    <a:pt x="249359" y="191769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2" name="object 232"/>
          <p:cNvSpPr txBox="1"/>
          <p:nvPr/>
        </p:nvSpPr>
        <p:spPr>
          <a:xfrm>
            <a:off x="12513665" y="8797652"/>
            <a:ext cx="15557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17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13757755" y="8986970"/>
            <a:ext cx="4173220" cy="332105"/>
            <a:chOff x="13757755" y="8986970"/>
            <a:chExt cx="4173220" cy="332105"/>
          </a:xfrm>
        </p:grpSpPr>
        <p:pic>
          <p:nvPicPr>
            <p:cNvPr id="234" name="object 2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713365" y="9125959"/>
              <a:ext cx="217403" cy="191769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097959" y="9126927"/>
              <a:ext cx="217403" cy="191769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405661" y="9125861"/>
              <a:ext cx="217403" cy="191769"/>
            </a:xfrm>
            <a:prstGeom prst="rect">
              <a:avLst/>
            </a:prstGeom>
          </p:spPr>
        </p:pic>
        <p:sp>
          <p:nvSpPr>
            <p:cNvPr id="237" name="object 237"/>
            <p:cNvSpPr/>
            <p:nvPr/>
          </p:nvSpPr>
          <p:spPr>
            <a:xfrm>
              <a:off x="13757755" y="8986970"/>
              <a:ext cx="282575" cy="191770"/>
            </a:xfrm>
            <a:custGeom>
              <a:avLst/>
              <a:gdLst/>
              <a:ahLst/>
              <a:cxnLst/>
              <a:rect l="l" t="t" r="r" b="b"/>
              <a:pathLst>
                <a:path w="282575" h="191770">
                  <a:moveTo>
                    <a:pt x="249359" y="191769"/>
                  </a:moveTo>
                  <a:lnTo>
                    <a:pt x="33047" y="191769"/>
                  </a:lnTo>
                  <a:lnTo>
                    <a:pt x="28187" y="190803"/>
                  </a:lnTo>
                  <a:lnTo>
                    <a:pt x="966" y="163582"/>
                  </a:lnTo>
                  <a:lnTo>
                    <a:pt x="0" y="15872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8099" y="0"/>
                  </a:lnTo>
                  <a:lnTo>
                    <a:pt x="249359" y="0"/>
                  </a:lnTo>
                  <a:lnTo>
                    <a:pt x="281440" y="28187"/>
                  </a:lnTo>
                  <a:lnTo>
                    <a:pt x="282407" y="33047"/>
                  </a:lnTo>
                  <a:lnTo>
                    <a:pt x="282407" y="158722"/>
                  </a:lnTo>
                  <a:lnTo>
                    <a:pt x="254219" y="190803"/>
                  </a:lnTo>
                  <a:lnTo>
                    <a:pt x="249359" y="191769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8" name="object 238"/>
          <p:cNvSpPr txBox="1"/>
          <p:nvPr/>
        </p:nvSpPr>
        <p:spPr>
          <a:xfrm>
            <a:off x="13821370" y="8991835"/>
            <a:ext cx="15557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39" name="object 239"/>
          <p:cNvSpPr/>
          <p:nvPr/>
        </p:nvSpPr>
        <p:spPr>
          <a:xfrm>
            <a:off x="12225129" y="6315074"/>
            <a:ext cx="732790" cy="191770"/>
          </a:xfrm>
          <a:custGeom>
            <a:avLst/>
            <a:gdLst/>
            <a:ahLst/>
            <a:cxnLst/>
            <a:rect l="l" t="t" r="r" b="b"/>
            <a:pathLst>
              <a:path w="732790" h="191770">
                <a:moveTo>
                  <a:pt x="699203" y="191769"/>
                </a:moveTo>
                <a:lnTo>
                  <a:pt x="33047" y="191769"/>
                </a:lnTo>
                <a:lnTo>
                  <a:pt x="28187" y="190803"/>
                </a:lnTo>
                <a:lnTo>
                  <a:pt x="966" y="163582"/>
                </a:lnTo>
                <a:lnTo>
                  <a:pt x="0" y="15872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699203" y="0"/>
                </a:lnTo>
                <a:lnTo>
                  <a:pt x="731284" y="28187"/>
                </a:lnTo>
                <a:lnTo>
                  <a:pt x="732250" y="33047"/>
                </a:lnTo>
                <a:lnTo>
                  <a:pt x="732250" y="158722"/>
                </a:lnTo>
                <a:lnTo>
                  <a:pt x="704063" y="190803"/>
                </a:lnTo>
                <a:lnTo>
                  <a:pt x="699203" y="19176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 txBox="1"/>
          <p:nvPr/>
        </p:nvSpPr>
        <p:spPr>
          <a:xfrm>
            <a:off x="12288637" y="6319940"/>
            <a:ext cx="6057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10000.00%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41" name="object 241"/>
          <p:cNvSpPr/>
          <p:nvPr/>
        </p:nvSpPr>
        <p:spPr>
          <a:xfrm>
            <a:off x="17585949" y="9345930"/>
            <a:ext cx="472440" cy="191770"/>
          </a:xfrm>
          <a:custGeom>
            <a:avLst/>
            <a:gdLst/>
            <a:ahLst/>
            <a:cxnLst/>
            <a:rect l="l" t="t" r="r" b="b"/>
            <a:pathLst>
              <a:path w="472440" h="191770">
                <a:moveTo>
                  <a:pt x="439188" y="191769"/>
                </a:moveTo>
                <a:lnTo>
                  <a:pt x="33047" y="191769"/>
                </a:lnTo>
                <a:lnTo>
                  <a:pt x="28187" y="190803"/>
                </a:lnTo>
                <a:lnTo>
                  <a:pt x="966" y="163582"/>
                </a:lnTo>
                <a:lnTo>
                  <a:pt x="0" y="15872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39188" y="0"/>
                </a:lnTo>
                <a:lnTo>
                  <a:pt x="471269" y="28187"/>
                </a:lnTo>
                <a:lnTo>
                  <a:pt x="472236" y="33047"/>
                </a:lnTo>
                <a:lnTo>
                  <a:pt x="472236" y="158722"/>
                </a:lnTo>
                <a:lnTo>
                  <a:pt x="444048" y="190803"/>
                </a:lnTo>
                <a:lnTo>
                  <a:pt x="439188" y="19176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 txBox="1"/>
          <p:nvPr/>
        </p:nvSpPr>
        <p:spPr>
          <a:xfrm>
            <a:off x="17649525" y="9055558"/>
            <a:ext cx="345440" cy="4654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950" spc="-50" dirty="0">
                <a:solidFill>
                  <a:srgbClr val="616161"/>
                </a:solidFill>
                <a:latin typeface="Segoe UI"/>
                <a:cs typeface="Segoe UI"/>
              </a:rPr>
              <a:t>7</a:t>
            </a:r>
            <a:endParaRPr sz="9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43" name="object 243"/>
          <p:cNvSpPr/>
          <p:nvPr/>
        </p:nvSpPr>
        <p:spPr>
          <a:xfrm>
            <a:off x="14970543" y="9345930"/>
            <a:ext cx="472440" cy="191770"/>
          </a:xfrm>
          <a:custGeom>
            <a:avLst/>
            <a:gdLst/>
            <a:ahLst/>
            <a:cxnLst/>
            <a:rect l="l" t="t" r="r" b="b"/>
            <a:pathLst>
              <a:path w="472440" h="191770">
                <a:moveTo>
                  <a:pt x="439188" y="191769"/>
                </a:moveTo>
                <a:lnTo>
                  <a:pt x="33047" y="191769"/>
                </a:lnTo>
                <a:lnTo>
                  <a:pt x="28187" y="190803"/>
                </a:lnTo>
                <a:lnTo>
                  <a:pt x="966" y="163582"/>
                </a:lnTo>
                <a:lnTo>
                  <a:pt x="0" y="15872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39188" y="0"/>
                </a:lnTo>
                <a:lnTo>
                  <a:pt x="471269" y="28187"/>
                </a:lnTo>
                <a:lnTo>
                  <a:pt x="472236" y="33047"/>
                </a:lnTo>
                <a:lnTo>
                  <a:pt x="472236" y="158722"/>
                </a:lnTo>
                <a:lnTo>
                  <a:pt x="444048" y="190803"/>
                </a:lnTo>
                <a:lnTo>
                  <a:pt x="439188" y="19176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 txBox="1"/>
          <p:nvPr/>
        </p:nvSpPr>
        <p:spPr>
          <a:xfrm>
            <a:off x="15034121" y="9057495"/>
            <a:ext cx="345440" cy="46355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950" spc="-50" dirty="0">
                <a:solidFill>
                  <a:srgbClr val="616161"/>
                </a:solidFill>
                <a:latin typeface="Segoe UI"/>
                <a:cs typeface="Segoe UI"/>
              </a:rPr>
              <a:t>7</a:t>
            </a:r>
            <a:endParaRPr sz="9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45" name="object 245"/>
          <p:cNvSpPr/>
          <p:nvPr/>
        </p:nvSpPr>
        <p:spPr>
          <a:xfrm>
            <a:off x="13565336" y="7950650"/>
            <a:ext cx="667385" cy="191770"/>
          </a:xfrm>
          <a:custGeom>
            <a:avLst/>
            <a:gdLst/>
            <a:ahLst/>
            <a:cxnLst/>
            <a:rect l="l" t="t" r="r" b="b"/>
            <a:pathLst>
              <a:path w="667384" h="191770">
                <a:moveTo>
                  <a:pt x="634199" y="191769"/>
                </a:moveTo>
                <a:lnTo>
                  <a:pt x="33047" y="191769"/>
                </a:lnTo>
                <a:lnTo>
                  <a:pt x="28187" y="190803"/>
                </a:lnTo>
                <a:lnTo>
                  <a:pt x="966" y="163582"/>
                </a:lnTo>
                <a:lnTo>
                  <a:pt x="0" y="15872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634199" y="0"/>
                </a:lnTo>
                <a:lnTo>
                  <a:pt x="666280" y="28187"/>
                </a:lnTo>
                <a:lnTo>
                  <a:pt x="667247" y="33047"/>
                </a:lnTo>
                <a:lnTo>
                  <a:pt x="667247" y="158722"/>
                </a:lnTo>
                <a:lnTo>
                  <a:pt x="639059" y="190803"/>
                </a:lnTo>
                <a:lnTo>
                  <a:pt x="634199" y="19176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 txBox="1"/>
          <p:nvPr/>
        </p:nvSpPr>
        <p:spPr>
          <a:xfrm>
            <a:off x="12600779" y="7955515"/>
            <a:ext cx="26060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4181.33%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47" name="object 247"/>
          <p:cNvSpPr/>
          <p:nvPr/>
        </p:nvSpPr>
        <p:spPr>
          <a:xfrm>
            <a:off x="16278245" y="9345930"/>
            <a:ext cx="472440" cy="191770"/>
          </a:xfrm>
          <a:custGeom>
            <a:avLst/>
            <a:gdLst/>
            <a:ahLst/>
            <a:cxnLst/>
            <a:rect l="l" t="t" r="r" b="b"/>
            <a:pathLst>
              <a:path w="472440" h="191770">
                <a:moveTo>
                  <a:pt x="439188" y="191769"/>
                </a:moveTo>
                <a:lnTo>
                  <a:pt x="33047" y="191769"/>
                </a:lnTo>
                <a:lnTo>
                  <a:pt x="28187" y="190803"/>
                </a:lnTo>
                <a:lnTo>
                  <a:pt x="966" y="163582"/>
                </a:lnTo>
                <a:lnTo>
                  <a:pt x="0" y="158722"/>
                </a:lnTo>
                <a:lnTo>
                  <a:pt x="0" y="33047"/>
                </a:lnTo>
                <a:lnTo>
                  <a:pt x="28187" y="966"/>
                </a:lnTo>
                <a:lnTo>
                  <a:pt x="38099" y="0"/>
                </a:lnTo>
                <a:lnTo>
                  <a:pt x="439188" y="0"/>
                </a:lnTo>
                <a:lnTo>
                  <a:pt x="471269" y="28187"/>
                </a:lnTo>
                <a:lnTo>
                  <a:pt x="472236" y="33047"/>
                </a:lnTo>
                <a:lnTo>
                  <a:pt x="472236" y="158722"/>
                </a:lnTo>
                <a:lnTo>
                  <a:pt x="444048" y="190803"/>
                </a:lnTo>
                <a:lnTo>
                  <a:pt x="439188" y="19176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 txBox="1"/>
          <p:nvPr/>
        </p:nvSpPr>
        <p:spPr>
          <a:xfrm>
            <a:off x="16341822" y="9055362"/>
            <a:ext cx="345440" cy="46609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950" spc="-50" dirty="0">
                <a:solidFill>
                  <a:srgbClr val="616161"/>
                </a:solidFill>
                <a:latin typeface="Segoe UI"/>
                <a:cs typeface="Segoe UI"/>
              </a:rPr>
              <a:t>7</a:t>
            </a:r>
            <a:endParaRPr sz="9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0.00%</a:t>
            </a:r>
            <a:endParaRPr sz="950">
              <a:latin typeface="Segoe UI"/>
              <a:cs typeface="Segoe UI"/>
            </a:endParaRPr>
          </a:p>
        </p:txBody>
      </p:sp>
      <p:pic>
        <p:nvPicPr>
          <p:cNvPr id="249" name="object 24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765279" y="9959339"/>
            <a:ext cx="95249" cy="95249"/>
          </a:xfrm>
          <a:prstGeom prst="rect">
            <a:avLst/>
          </a:prstGeom>
        </p:spPr>
      </p:pic>
      <p:sp>
        <p:nvSpPr>
          <p:cNvPr id="250" name="object 250"/>
          <p:cNvSpPr txBox="1"/>
          <p:nvPr/>
        </p:nvSpPr>
        <p:spPr>
          <a:xfrm>
            <a:off x="11868694" y="9902824"/>
            <a:ext cx="17437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avg_delivery_days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251" name="object 25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660755" y="9959339"/>
            <a:ext cx="95249" cy="95249"/>
          </a:xfrm>
          <a:prstGeom prst="rect">
            <a:avLst/>
          </a:prstGeom>
        </p:spPr>
      </p:pic>
      <p:sp>
        <p:nvSpPr>
          <p:cNvPr id="252" name="object 252"/>
          <p:cNvSpPr txBox="1"/>
          <p:nvPr/>
        </p:nvSpPr>
        <p:spPr>
          <a:xfrm>
            <a:off x="13763873" y="9620250"/>
            <a:ext cx="149669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0"/>
              </a:spcBef>
              <a:tabLst>
                <a:tab pos="1411605" algn="l"/>
              </a:tabLst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2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3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Average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late_rate_pct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1482</Words>
  <Application>Microsoft Office PowerPoint</Application>
  <PresentationFormat>Custom</PresentationFormat>
  <Paragraphs>735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SimSun</vt:lpstr>
      <vt:lpstr>Calibri</vt:lpstr>
      <vt:lpstr>Segoe UI</vt:lpstr>
      <vt:lpstr>Segoe UI Semibold</vt:lpstr>
      <vt:lpstr>Tahoma</vt:lpstr>
      <vt:lpstr>Times New Roman</vt:lpstr>
      <vt:lpstr>Verdana</vt:lpstr>
      <vt:lpstr>Office Theme</vt:lpstr>
      <vt:lpstr>Total Orders 1M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eleven Zhang</dc:creator>
  <cp:lastModifiedBy>eleven Zhang</cp:lastModifiedBy>
  <cp:revision>1</cp:revision>
  <dcterms:created xsi:type="dcterms:W3CDTF">2026-09-22T00:11:09Z</dcterms:created>
  <dcterms:modified xsi:type="dcterms:W3CDTF">2026-09-22T00:11:53Z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2026-09-22T00:00:00Z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2026-09-22T00:00:00Z</vt:filetime>
  </property>
</Properties>
</file>